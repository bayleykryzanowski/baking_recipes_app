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2" r:id="rId10"/>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70A4FC-89E3-4452-AD11-62D5C5DBADEB}" v="2" dt="2025-12-04T15:03:03.4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660"/>
  </p:normalViewPr>
  <p:slideViewPr>
    <p:cSldViewPr snapToGrid="0">
      <p:cViewPr varScale="1">
        <p:scale>
          <a:sx n="45" d="100"/>
          <a:sy n="45" d="100"/>
        </p:scale>
        <p:origin x="15" y="81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yley Kryzanowski" userId="ab0459ec-bb4f-4cd3-ab01-45943ee485f2" providerId="ADAL" clId="{3D6F1951-E9F2-40B7-A6E4-E1267E701435}"/>
    <pc:docChg chg="undo custSel addSld delSld modSld">
      <pc:chgData name="Bayley Kryzanowski" userId="ab0459ec-bb4f-4cd3-ab01-45943ee485f2" providerId="ADAL" clId="{3D6F1951-E9F2-40B7-A6E4-E1267E701435}" dt="2025-12-04T15:26:51.484" v="3967" actId="20577"/>
      <pc:docMkLst>
        <pc:docMk/>
      </pc:docMkLst>
      <pc:sldChg chg="addSp modSp mod setBg">
        <pc:chgData name="Bayley Kryzanowski" userId="ab0459ec-bb4f-4cd3-ab01-45943ee485f2" providerId="ADAL" clId="{3D6F1951-E9F2-40B7-A6E4-E1267E701435}" dt="2025-12-04T15:26:51.484" v="3967" actId="20577"/>
        <pc:sldMkLst>
          <pc:docMk/>
          <pc:sldMk cId="3967458092" sldId="256"/>
        </pc:sldMkLst>
        <pc:spChg chg="mod">
          <ac:chgData name="Bayley Kryzanowski" userId="ab0459ec-bb4f-4cd3-ab01-45943ee485f2" providerId="ADAL" clId="{3D6F1951-E9F2-40B7-A6E4-E1267E701435}" dt="2025-12-04T15:09:58.310" v="3906" actId="26606"/>
          <ac:spMkLst>
            <pc:docMk/>
            <pc:sldMk cId="3967458092" sldId="256"/>
            <ac:spMk id="2" creationId="{1F189D2D-9517-2F84-904A-BCD2DC7D2739}"/>
          </ac:spMkLst>
        </pc:spChg>
        <pc:spChg chg="mod">
          <ac:chgData name="Bayley Kryzanowski" userId="ab0459ec-bb4f-4cd3-ab01-45943ee485f2" providerId="ADAL" clId="{3D6F1951-E9F2-40B7-A6E4-E1267E701435}" dt="2025-12-04T15:26:51.484" v="3967" actId="20577"/>
          <ac:spMkLst>
            <pc:docMk/>
            <pc:sldMk cId="3967458092" sldId="256"/>
            <ac:spMk id="3" creationId="{5D87D4AA-6CFA-40FE-94EB-BD78C4CCD02C}"/>
          </ac:spMkLst>
        </pc:spChg>
        <pc:spChg chg="add">
          <ac:chgData name="Bayley Kryzanowski" userId="ab0459ec-bb4f-4cd3-ab01-45943ee485f2" providerId="ADAL" clId="{3D6F1951-E9F2-40B7-A6E4-E1267E701435}" dt="2025-12-04T15:09:58.310" v="3906" actId="26606"/>
          <ac:spMkLst>
            <pc:docMk/>
            <pc:sldMk cId="3967458092" sldId="256"/>
            <ac:spMk id="9" creationId="{3AD630B4-4CCC-7B1D-1803-DAED942D7E50}"/>
          </ac:spMkLst>
        </pc:spChg>
        <pc:picChg chg="add mod">
          <ac:chgData name="Bayley Kryzanowski" userId="ab0459ec-bb4f-4cd3-ab01-45943ee485f2" providerId="ADAL" clId="{3D6F1951-E9F2-40B7-A6E4-E1267E701435}" dt="2025-12-04T15:10:26.221" v="3910" actId="1076"/>
          <ac:picMkLst>
            <pc:docMk/>
            <pc:sldMk cId="3967458092" sldId="256"/>
            <ac:picMk id="5" creationId="{85FA1DF4-35C6-DA55-1CC5-6B901CB736C9}"/>
          </ac:picMkLst>
        </pc:picChg>
        <pc:cxnChg chg="add">
          <ac:chgData name="Bayley Kryzanowski" userId="ab0459ec-bb4f-4cd3-ab01-45943ee485f2" providerId="ADAL" clId="{3D6F1951-E9F2-40B7-A6E4-E1267E701435}" dt="2025-12-04T15:09:58.310" v="3906" actId="26606"/>
          <ac:cxnSpMkLst>
            <pc:docMk/>
            <pc:sldMk cId="3967458092" sldId="256"/>
            <ac:cxnSpMk id="11" creationId="{49264613-F0F7-08CE-0ADF-98407A64DAE6}"/>
          </ac:cxnSpMkLst>
        </pc:cxnChg>
      </pc:sldChg>
      <pc:sldChg chg="addSp delSp modSp new mod setBg">
        <pc:chgData name="Bayley Kryzanowski" userId="ab0459ec-bb4f-4cd3-ab01-45943ee485f2" providerId="ADAL" clId="{3D6F1951-E9F2-40B7-A6E4-E1267E701435}" dt="2025-12-04T15:07:23.351" v="3792" actId="20577"/>
        <pc:sldMkLst>
          <pc:docMk/>
          <pc:sldMk cId="882630648" sldId="257"/>
        </pc:sldMkLst>
        <pc:spChg chg="mod">
          <ac:chgData name="Bayley Kryzanowski" userId="ab0459ec-bb4f-4cd3-ab01-45943ee485f2" providerId="ADAL" clId="{3D6F1951-E9F2-40B7-A6E4-E1267E701435}" dt="2025-12-04T15:04:33.888" v="3530" actId="26606"/>
          <ac:spMkLst>
            <pc:docMk/>
            <pc:sldMk cId="882630648" sldId="257"/>
            <ac:spMk id="2" creationId="{C9E8938E-6E97-EBED-7073-5D0A9A1FB06C}"/>
          </ac:spMkLst>
        </pc:spChg>
        <pc:spChg chg="mod">
          <ac:chgData name="Bayley Kryzanowski" userId="ab0459ec-bb4f-4cd3-ab01-45943ee485f2" providerId="ADAL" clId="{3D6F1951-E9F2-40B7-A6E4-E1267E701435}" dt="2025-12-04T15:07:23.351" v="3792" actId="20577"/>
          <ac:spMkLst>
            <pc:docMk/>
            <pc:sldMk cId="882630648" sldId="257"/>
            <ac:spMk id="3" creationId="{4A33BE52-552A-D57D-2C4E-EC96229F111C}"/>
          </ac:spMkLst>
        </pc:spChg>
        <pc:spChg chg="add del">
          <ac:chgData name="Bayley Kryzanowski" userId="ab0459ec-bb4f-4cd3-ab01-45943ee485f2" providerId="ADAL" clId="{3D6F1951-E9F2-40B7-A6E4-E1267E701435}" dt="2025-12-04T15:04:33.888" v="3530" actId="26606"/>
          <ac:spMkLst>
            <pc:docMk/>
            <pc:sldMk cId="882630648" sldId="257"/>
            <ac:spMk id="8" creationId="{4BC99CB9-DDAD-44A2-8A1C-E3AF4E72DF5C}"/>
          </ac:spMkLst>
        </pc:spChg>
        <pc:spChg chg="add del">
          <ac:chgData name="Bayley Kryzanowski" userId="ab0459ec-bb4f-4cd3-ab01-45943ee485f2" providerId="ADAL" clId="{3D6F1951-E9F2-40B7-A6E4-E1267E701435}" dt="2025-12-04T15:04:33.888" v="3530" actId="26606"/>
          <ac:spMkLst>
            <pc:docMk/>
            <pc:sldMk cId="882630648" sldId="257"/>
            <ac:spMk id="10" creationId="{64053CBF-3932-45FF-8285-EE5146085F3A}"/>
          </ac:spMkLst>
        </pc:spChg>
        <pc:spChg chg="add">
          <ac:chgData name="Bayley Kryzanowski" userId="ab0459ec-bb4f-4cd3-ab01-45943ee485f2" providerId="ADAL" clId="{3D6F1951-E9F2-40B7-A6E4-E1267E701435}" dt="2025-12-04T15:04:33.888" v="3530" actId="26606"/>
          <ac:spMkLst>
            <pc:docMk/>
            <pc:sldMk cId="882630648" sldId="257"/>
            <ac:spMk id="28" creationId="{362810D9-2C5A-477D-949C-C191895477F3}"/>
          </ac:spMkLst>
        </pc:spChg>
        <pc:spChg chg="add">
          <ac:chgData name="Bayley Kryzanowski" userId="ab0459ec-bb4f-4cd3-ab01-45943ee485f2" providerId="ADAL" clId="{3D6F1951-E9F2-40B7-A6E4-E1267E701435}" dt="2025-12-04T15:04:33.888" v="3530" actId="26606"/>
          <ac:spMkLst>
            <pc:docMk/>
            <pc:sldMk cId="882630648" sldId="257"/>
            <ac:spMk id="30" creationId="{081E4A58-353D-44AE-B2FC-2A74E2E400F7}"/>
          </ac:spMkLst>
        </pc:spChg>
        <pc:grpChg chg="add del">
          <ac:chgData name="Bayley Kryzanowski" userId="ab0459ec-bb4f-4cd3-ab01-45943ee485f2" providerId="ADAL" clId="{3D6F1951-E9F2-40B7-A6E4-E1267E701435}" dt="2025-12-04T15:04:33.888" v="3530" actId="26606"/>
          <ac:grpSpMkLst>
            <pc:docMk/>
            <pc:sldMk cId="882630648" sldId="257"/>
            <ac:grpSpMk id="12" creationId="{2E751C04-BEA6-446B-A678-9C74819EBD4C}"/>
          </ac:grpSpMkLst>
        </pc:grpChg>
        <pc:grpChg chg="add del">
          <ac:chgData name="Bayley Kryzanowski" userId="ab0459ec-bb4f-4cd3-ab01-45943ee485f2" providerId="ADAL" clId="{3D6F1951-E9F2-40B7-A6E4-E1267E701435}" dt="2025-12-04T15:04:33.888" v="3530" actId="26606"/>
          <ac:grpSpMkLst>
            <pc:docMk/>
            <pc:sldMk cId="882630648" sldId="257"/>
            <ac:grpSpMk id="18" creationId="{B63ACBA3-DEFD-4C6D-BBA0-64468FA99C2D}"/>
          </ac:grpSpMkLst>
        </pc:grpChg>
        <pc:picChg chg="add">
          <ac:chgData name="Bayley Kryzanowski" userId="ab0459ec-bb4f-4cd3-ab01-45943ee485f2" providerId="ADAL" clId="{3D6F1951-E9F2-40B7-A6E4-E1267E701435}" dt="2025-12-04T15:04:33.888" v="3530" actId="26606"/>
          <ac:picMkLst>
            <pc:docMk/>
            <pc:sldMk cId="882630648" sldId="257"/>
            <ac:picMk id="24" creationId="{7D30DEDC-3F3C-99B4-2128-DFB6814EAA13}"/>
          </ac:picMkLst>
        </pc:picChg>
      </pc:sldChg>
      <pc:sldChg chg="addSp delSp modSp new mod setBg">
        <pc:chgData name="Bayley Kryzanowski" userId="ab0459ec-bb4f-4cd3-ab01-45943ee485f2" providerId="ADAL" clId="{3D6F1951-E9F2-40B7-A6E4-E1267E701435}" dt="2025-12-04T15:18:33.951" v="3964" actId="20577"/>
        <pc:sldMkLst>
          <pc:docMk/>
          <pc:sldMk cId="418900033" sldId="258"/>
        </pc:sldMkLst>
        <pc:spChg chg="mod">
          <ac:chgData name="Bayley Kryzanowski" userId="ab0459ec-bb4f-4cd3-ab01-45943ee485f2" providerId="ADAL" clId="{3D6F1951-E9F2-40B7-A6E4-E1267E701435}" dt="2025-12-04T15:04:06.710" v="3527" actId="26606"/>
          <ac:spMkLst>
            <pc:docMk/>
            <pc:sldMk cId="418900033" sldId="258"/>
            <ac:spMk id="2" creationId="{56EBC4A9-CC1B-D119-F06E-D0686CC02F80}"/>
          </ac:spMkLst>
        </pc:spChg>
        <pc:spChg chg="del mod">
          <ac:chgData name="Bayley Kryzanowski" userId="ab0459ec-bb4f-4cd3-ab01-45943ee485f2" providerId="ADAL" clId="{3D6F1951-E9F2-40B7-A6E4-E1267E701435}" dt="2025-12-04T15:04:06.710" v="3527" actId="26606"/>
          <ac:spMkLst>
            <pc:docMk/>
            <pc:sldMk cId="418900033" sldId="258"/>
            <ac:spMk id="3" creationId="{ACA4E2A4-E4CC-62C4-F39F-04FED1A925B7}"/>
          </ac:spMkLst>
        </pc:spChg>
        <pc:spChg chg="add">
          <ac:chgData name="Bayley Kryzanowski" userId="ab0459ec-bb4f-4cd3-ab01-45943ee485f2" providerId="ADAL" clId="{3D6F1951-E9F2-40B7-A6E4-E1267E701435}" dt="2025-12-04T15:04:06.710" v="3527" actId="26606"/>
          <ac:spMkLst>
            <pc:docMk/>
            <pc:sldMk cId="418900033" sldId="258"/>
            <ac:spMk id="9" creationId="{BACC6370-2D7E-4714-9D71-7542949D7D5D}"/>
          </ac:spMkLst>
        </pc:spChg>
        <pc:spChg chg="add">
          <ac:chgData name="Bayley Kryzanowski" userId="ab0459ec-bb4f-4cd3-ab01-45943ee485f2" providerId="ADAL" clId="{3D6F1951-E9F2-40B7-A6E4-E1267E701435}" dt="2025-12-04T15:04:06.710" v="3527" actId="26606"/>
          <ac:spMkLst>
            <pc:docMk/>
            <pc:sldMk cId="418900033" sldId="258"/>
            <ac:spMk id="11" creationId="{256B2C21-A230-48C0-8DF1-C46611373C44}"/>
          </ac:spMkLst>
        </pc:spChg>
        <pc:spChg chg="add">
          <ac:chgData name="Bayley Kryzanowski" userId="ab0459ec-bb4f-4cd3-ab01-45943ee485f2" providerId="ADAL" clId="{3D6F1951-E9F2-40B7-A6E4-E1267E701435}" dt="2025-12-04T15:04:06.710" v="3527" actId="26606"/>
          <ac:spMkLst>
            <pc:docMk/>
            <pc:sldMk cId="418900033" sldId="258"/>
            <ac:spMk id="13" creationId="{3847E18C-932D-4C95-AABA-FEC7C9499AD7}"/>
          </ac:spMkLst>
        </pc:spChg>
        <pc:spChg chg="add">
          <ac:chgData name="Bayley Kryzanowski" userId="ab0459ec-bb4f-4cd3-ab01-45943ee485f2" providerId="ADAL" clId="{3D6F1951-E9F2-40B7-A6E4-E1267E701435}" dt="2025-12-04T15:04:06.710" v="3527" actId="26606"/>
          <ac:spMkLst>
            <pc:docMk/>
            <pc:sldMk cId="418900033" sldId="258"/>
            <ac:spMk id="15" creationId="{3150CB11-0C61-439E-910F-5787759E72A0}"/>
          </ac:spMkLst>
        </pc:spChg>
        <pc:spChg chg="add">
          <ac:chgData name="Bayley Kryzanowski" userId="ab0459ec-bb4f-4cd3-ab01-45943ee485f2" providerId="ADAL" clId="{3D6F1951-E9F2-40B7-A6E4-E1267E701435}" dt="2025-12-04T15:04:06.710" v="3527" actId="26606"/>
          <ac:spMkLst>
            <pc:docMk/>
            <pc:sldMk cId="418900033" sldId="258"/>
            <ac:spMk id="17" creationId="{43F8A58B-5155-44CE-A5FF-7647B47D0A7A}"/>
          </ac:spMkLst>
        </pc:spChg>
        <pc:spChg chg="add">
          <ac:chgData name="Bayley Kryzanowski" userId="ab0459ec-bb4f-4cd3-ab01-45943ee485f2" providerId="ADAL" clId="{3D6F1951-E9F2-40B7-A6E4-E1267E701435}" dt="2025-12-04T15:04:06.710" v="3527" actId="26606"/>
          <ac:spMkLst>
            <pc:docMk/>
            <pc:sldMk cId="418900033" sldId="258"/>
            <ac:spMk id="19" creationId="{443F2ACA-E6D6-4028-82DD-F03C262D5DE6}"/>
          </ac:spMkLst>
        </pc:spChg>
        <pc:graphicFrameChg chg="add modGraphic">
          <ac:chgData name="Bayley Kryzanowski" userId="ab0459ec-bb4f-4cd3-ab01-45943ee485f2" providerId="ADAL" clId="{3D6F1951-E9F2-40B7-A6E4-E1267E701435}" dt="2025-12-04T15:18:33.951" v="3964" actId="20577"/>
          <ac:graphicFrameMkLst>
            <pc:docMk/>
            <pc:sldMk cId="418900033" sldId="258"/>
            <ac:graphicFrameMk id="5" creationId="{D024B355-C30F-036E-7FFD-88277D9B400D}"/>
          </ac:graphicFrameMkLst>
        </pc:graphicFrameChg>
      </pc:sldChg>
      <pc:sldChg chg="addSp delSp modSp new mod setBg">
        <pc:chgData name="Bayley Kryzanowski" userId="ab0459ec-bb4f-4cd3-ab01-45943ee485f2" providerId="ADAL" clId="{3D6F1951-E9F2-40B7-A6E4-E1267E701435}" dt="2025-12-04T15:04:12.861" v="3528" actId="26606"/>
        <pc:sldMkLst>
          <pc:docMk/>
          <pc:sldMk cId="2303545319" sldId="259"/>
        </pc:sldMkLst>
        <pc:spChg chg="mod">
          <ac:chgData name="Bayley Kryzanowski" userId="ab0459ec-bb4f-4cd3-ab01-45943ee485f2" providerId="ADAL" clId="{3D6F1951-E9F2-40B7-A6E4-E1267E701435}" dt="2025-12-04T15:04:12.861" v="3528" actId="26606"/>
          <ac:spMkLst>
            <pc:docMk/>
            <pc:sldMk cId="2303545319" sldId="259"/>
            <ac:spMk id="2" creationId="{6DD9BF48-2332-45FE-E4F4-2C0F42B9FD27}"/>
          </ac:spMkLst>
        </pc:spChg>
        <pc:spChg chg="del mod">
          <ac:chgData name="Bayley Kryzanowski" userId="ab0459ec-bb4f-4cd3-ab01-45943ee485f2" providerId="ADAL" clId="{3D6F1951-E9F2-40B7-A6E4-E1267E701435}" dt="2025-12-04T15:04:12.861" v="3528" actId="26606"/>
          <ac:spMkLst>
            <pc:docMk/>
            <pc:sldMk cId="2303545319" sldId="259"/>
            <ac:spMk id="3" creationId="{F71FF3D1-1FD1-2355-9BB8-7B7FBE74898D}"/>
          </ac:spMkLst>
        </pc:spChg>
        <pc:spChg chg="add">
          <ac:chgData name="Bayley Kryzanowski" userId="ab0459ec-bb4f-4cd3-ab01-45943ee485f2" providerId="ADAL" clId="{3D6F1951-E9F2-40B7-A6E4-E1267E701435}" dt="2025-12-04T15:04:12.861" v="3528" actId="26606"/>
          <ac:spMkLst>
            <pc:docMk/>
            <pc:sldMk cId="2303545319" sldId="259"/>
            <ac:spMk id="9" creationId="{BACC6370-2D7E-4714-9D71-7542949D7D5D}"/>
          </ac:spMkLst>
        </pc:spChg>
        <pc:spChg chg="add">
          <ac:chgData name="Bayley Kryzanowski" userId="ab0459ec-bb4f-4cd3-ab01-45943ee485f2" providerId="ADAL" clId="{3D6F1951-E9F2-40B7-A6E4-E1267E701435}" dt="2025-12-04T15:04:12.861" v="3528" actId="26606"/>
          <ac:spMkLst>
            <pc:docMk/>
            <pc:sldMk cId="2303545319" sldId="259"/>
            <ac:spMk id="11" creationId="{256B2C21-A230-48C0-8DF1-C46611373C44}"/>
          </ac:spMkLst>
        </pc:spChg>
        <pc:spChg chg="add">
          <ac:chgData name="Bayley Kryzanowski" userId="ab0459ec-bb4f-4cd3-ab01-45943ee485f2" providerId="ADAL" clId="{3D6F1951-E9F2-40B7-A6E4-E1267E701435}" dt="2025-12-04T15:04:12.861" v="3528" actId="26606"/>
          <ac:spMkLst>
            <pc:docMk/>
            <pc:sldMk cId="2303545319" sldId="259"/>
            <ac:spMk id="13" creationId="{3847E18C-932D-4C95-AABA-FEC7C9499AD7}"/>
          </ac:spMkLst>
        </pc:spChg>
        <pc:spChg chg="add">
          <ac:chgData name="Bayley Kryzanowski" userId="ab0459ec-bb4f-4cd3-ab01-45943ee485f2" providerId="ADAL" clId="{3D6F1951-E9F2-40B7-A6E4-E1267E701435}" dt="2025-12-04T15:04:12.861" v="3528" actId="26606"/>
          <ac:spMkLst>
            <pc:docMk/>
            <pc:sldMk cId="2303545319" sldId="259"/>
            <ac:spMk id="15" creationId="{3150CB11-0C61-439E-910F-5787759E72A0}"/>
          </ac:spMkLst>
        </pc:spChg>
        <pc:spChg chg="add">
          <ac:chgData name="Bayley Kryzanowski" userId="ab0459ec-bb4f-4cd3-ab01-45943ee485f2" providerId="ADAL" clId="{3D6F1951-E9F2-40B7-A6E4-E1267E701435}" dt="2025-12-04T15:04:12.861" v="3528" actId="26606"/>
          <ac:spMkLst>
            <pc:docMk/>
            <pc:sldMk cId="2303545319" sldId="259"/>
            <ac:spMk id="17" creationId="{43F8A58B-5155-44CE-A5FF-7647B47D0A7A}"/>
          </ac:spMkLst>
        </pc:spChg>
        <pc:spChg chg="add">
          <ac:chgData name="Bayley Kryzanowski" userId="ab0459ec-bb4f-4cd3-ab01-45943ee485f2" providerId="ADAL" clId="{3D6F1951-E9F2-40B7-A6E4-E1267E701435}" dt="2025-12-04T15:04:12.861" v="3528" actId="26606"/>
          <ac:spMkLst>
            <pc:docMk/>
            <pc:sldMk cId="2303545319" sldId="259"/>
            <ac:spMk id="19" creationId="{443F2ACA-E6D6-4028-82DD-F03C262D5DE6}"/>
          </ac:spMkLst>
        </pc:spChg>
        <pc:graphicFrameChg chg="add">
          <ac:chgData name="Bayley Kryzanowski" userId="ab0459ec-bb4f-4cd3-ab01-45943ee485f2" providerId="ADAL" clId="{3D6F1951-E9F2-40B7-A6E4-E1267E701435}" dt="2025-12-04T15:04:12.861" v="3528" actId="26606"/>
          <ac:graphicFrameMkLst>
            <pc:docMk/>
            <pc:sldMk cId="2303545319" sldId="259"/>
            <ac:graphicFrameMk id="5" creationId="{06C72D25-C8FD-8334-FF59-D6DF1A3B20DB}"/>
          </ac:graphicFrameMkLst>
        </pc:graphicFrameChg>
      </pc:sldChg>
      <pc:sldChg chg="addSp modSp new mod setBg">
        <pc:chgData name="Bayley Kryzanowski" userId="ab0459ec-bb4f-4cd3-ab01-45943ee485f2" providerId="ADAL" clId="{3D6F1951-E9F2-40B7-A6E4-E1267E701435}" dt="2025-12-04T15:16:07.287" v="3927" actId="20577"/>
        <pc:sldMkLst>
          <pc:docMk/>
          <pc:sldMk cId="800749876" sldId="260"/>
        </pc:sldMkLst>
        <pc:spChg chg="mod">
          <ac:chgData name="Bayley Kryzanowski" userId="ab0459ec-bb4f-4cd3-ab01-45943ee485f2" providerId="ADAL" clId="{3D6F1951-E9F2-40B7-A6E4-E1267E701435}" dt="2025-12-04T15:04:22.365" v="3529" actId="26606"/>
          <ac:spMkLst>
            <pc:docMk/>
            <pc:sldMk cId="800749876" sldId="260"/>
            <ac:spMk id="2" creationId="{53C8DFB3-B63C-4E07-6505-2E908F459551}"/>
          </ac:spMkLst>
        </pc:spChg>
        <pc:spChg chg="mod">
          <ac:chgData name="Bayley Kryzanowski" userId="ab0459ec-bb4f-4cd3-ab01-45943ee485f2" providerId="ADAL" clId="{3D6F1951-E9F2-40B7-A6E4-E1267E701435}" dt="2025-12-04T15:16:07.287" v="3927" actId="20577"/>
          <ac:spMkLst>
            <pc:docMk/>
            <pc:sldMk cId="800749876" sldId="260"/>
            <ac:spMk id="3" creationId="{16F70F69-4580-172B-FC9E-310A1C928D41}"/>
          </ac:spMkLst>
        </pc:spChg>
        <pc:spChg chg="add">
          <ac:chgData name="Bayley Kryzanowski" userId="ab0459ec-bb4f-4cd3-ab01-45943ee485f2" providerId="ADAL" clId="{3D6F1951-E9F2-40B7-A6E4-E1267E701435}" dt="2025-12-04T15:04:22.365" v="3529" actId="26606"/>
          <ac:spMkLst>
            <pc:docMk/>
            <pc:sldMk cId="800749876" sldId="260"/>
            <ac:spMk id="9" creationId="{362810D9-2C5A-477D-949C-C191895477F3}"/>
          </ac:spMkLst>
        </pc:spChg>
        <pc:spChg chg="add">
          <ac:chgData name="Bayley Kryzanowski" userId="ab0459ec-bb4f-4cd3-ab01-45943ee485f2" providerId="ADAL" clId="{3D6F1951-E9F2-40B7-A6E4-E1267E701435}" dt="2025-12-04T15:04:22.365" v="3529" actId="26606"/>
          <ac:spMkLst>
            <pc:docMk/>
            <pc:sldMk cId="800749876" sldId="260"/>
            <ac:spMk id="11" creationId="{081E4A58-353D-44AE-B2FC-2A74E2E400F7}"/>
          </ac:spMkLst>
        </pc:spChg>
        <pc:picChg chg="add">
          <ac:chgData name="Bayley Kryzanowski" userId="ab0459ec-bb4f-4cd3-ab01-45943ee485f2" providerId="ADAL" clId="{3D6F1951-E9F2-40B7-A6E4-E1267E701435}" dt="2025-12-04T15:04:22.365" v="3529" actId="26606"/>
          <ac:picMkLst>
            <pc:docMk/>
            <pc:sldMk cId="800749876" sldId="260"/>
            <ac:picMk id="5" creationId="{3B8958C7-726B-08E0-9485-6ADFA4261DF7}"/>
          </ac:picMkLst>
        </pc:picChg>
      </pc:sldChg>
      <pc:sldChg chg="modSp new del mod">
        <pc:chgData name="Bayley Kryzanowski" userId="ab0459ec-bb4f-4cd3-ab01-45943ee485f2" providerId="ADAL" clId="{3D6F1951-E9F2-40B7-A6E4-E1267E701435}" dt="2025-12-04T15:11:27.697" v="3917" actId="2696"/>
        <pc:sldMkLst>
          <pc:docMk/>
          <pc:sldMk cId="4129583474" sldId="261"/>
        </pc:sldMkLst>
        <pc:spChg chg="mod">
          <ac:chgData name="Bayley Kryzanowski" userId="ab0459ec-bb4f-4cd3-ab01-45943ee485f2" providerId="ADAL" clId="{3D6F1951-E9F2-40B7-A6E4-E1267E701435}" dt="2025-12-04T14:44:02.816" v="2934" actId="20577"/>
          <ac:spMkLst>
            <pc:docMk/>
            <pc:sldMk cId="4129583474" sldId="261"/>
            <ac:spMk id="2" creationId="{35B9E4D7-A4DB-81D3-1BC3-B310CC9FC5B1}"/>
          </ac:spMkLst>
        </pc:spChg>
        <pc:spChg chg="mod">
          <ac:chgData name="Bayley Kryzanowski" userId="ab0459ec-bb4f-4cd3-ab01-45943ee485f2" providerId="ADAL" clId="{3D6F1951-E9F2-40B7-A6E4-E1267E701435}" dt="2025-12-04T14:47:03.452" v="3498" actId="20577"/>
          <ac:spMkLst>
            <pc:docMk/>
            <pc:sldMk cId="4129583474" sldId="261"/>
            <ac:spMk id="3" creationId="{B3D9C87D-4DF8-00CA-B092-CA2097DFA2C1}"/>
          </ac:spMkLst>
        </pc:spChg>
      </pc:sldChg>
      <pc:sldChg chg="addSp delSp modSp new mod setBg">
        <pc:chgData name="Bayley Kryzanowski" userId="ab0459ec-bb4f-4cd3-ab01-45943ee485f2" providerId="ADAL" clId="{3D6F1951-E9F2-40B7-A6E4-E1267E701435}" dt="2025-12-04T15:03:06.733" v="3503" actId="26606"/>
        <pc:sldMkLst>
          <pc:docMk/>
          <pc:sldMk cId="1743083073" sldId="262"/>
        </pc:sldMkLst>
        <pc:spChg chg="del">
          <ac:chgData name="Bayley Kryzanowski" userId="ab0459ec-bb4f-4cd3-ab01-45943ee485f2" providerId="ADAL" clId="{3D6F1951-E9F2-40B7-A6E4-E1267E701435}" dt="2025-12-04T15:03:06.733" v="3503" actId="26606"/>
          <ac:spMkLst>
            <pc:docMk/>
            <pc:sldMk cId="1743083073" sldId="262"/>
            <ac:spMk id="2" creationId="{73AB55C3-C95A-BE80-8696-FDB5EEC0BC97}"/>
          </ac:spMkLst>
        </pc:spChg>
        <pc:spChg chg="del">
          <ac:chgData name="Bayley Kryzanowski" userId="ab0459ec-bb4f-4cd3-ab01-45943ee485f2" providerId="ADAL" clId="{3D6F1951-E9F2-40B7-A6E4-E1267E701435}" dt="2025-12-04T15:03:03.454" v="3500" actId="931"/>
          <ac:spMkLst>
            <pc:docMk/>
            <pc:sldMk cId="1743083073" sldId="262"/>
            <ac:spMk id="3" creationId="{B74D6569-0D7C-70A6-1D3C-235632ED4460}"/>
          </ac:spMkLst>
        </pc:spChg>
        <pc:picChg chg="add mod">
          <ac:chgData name="Bayley Kryzanowski" userId="ab0459ec-bb4f-4cd3-ab01-45943ee485f2" providerId="ADAL" clId="{3D6F1951-E9F2-40B7-A6E4-E1267E701435}" dt="2025-12-04T15:03:06.733" v="3503" actId="26606"/>
          <ac:picMkLst>
            <pc:docMk/>
            <pc:sldMk cId="1743083073" sldId="262"/>
            <ac:picMk id="5" creationId="{C6960442-CBB3-F7FF-62D9-8D567AC6591A}"/>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B1C352-C998-4FCC-A967-6D5AC7B2FA75}" type="doc">
      <dgm:prSet loTypeId="urn:microsoft.com/office/officeart/2005/8/layout/process2" loCatId="process" qsTypeId="urn:microsoft.com/office/officeart/2005/8/quickstyle/simple4" qsCatId="simple" csTypeId="urn:microsoft.com/office/officeart/2005/8/colors/colorful5" csCatId="colorful" phldr="1"/>
      <dgm:spPr/>
      <dgm:t>
        <a:bodyPr/>
        <a:lstStyle/>
        <a:p>
          <a:endParaRPr lang="en-US"/>
        </a:p>
      </dgm:t>
    </dgm:pt>
    <dgm:pt modelId="{2F5C2F81-AF2D-4DA5-9BC0-747DB43BB141}">
      <dgm:prSet/>
      <dgm:spPr/>
      <dgm:t>
        <a:bodyPr/>
        <a:lstStyle/>
        <a:p>
          <a:r>
            <a:rPr lang="en-GB"/>
            <a:t>User group: People who are interested in baking and have a need to keep their recipes stored safely in an online space with an organized, accessible system. </a:t>
          </a:r>
          <a:endParaRPr lang="en-US"/>
        </a:p>
      </dgm:t>
    </dgm:pt>
    <dgm:pt modelId="{25ECCE2E-A7BC-400B-BD38-7811104AE960}" type="parTrans" cxnId="{E8EE19CE-0D5F-4FF4-8926-511935674A38}">
      <dgm:prSet/>
      <dgm:spPr/>
      <dgm:t>
        <a:bodyPr/>
        <a:lstStyle/>
        <a:p>
          <a:endParaRPr lang="en-US"/>
        </a:p>
      </dgm:t>
    </dgm:pt>
    <dgm:pt modelId="{6C8F9CC0-64E6-4089-AC76-8E6D8390D9D2}" type="sibTrans" cxnId="{E8EE19CE-0D5F-4FF4-8926-511935674A38}">
      <dgm:prSet/>
      <dgm:spPr/>
      <dgm:t>
        <a:bodyPr/>
        <a:lstStyle/>
        <a:p>
          <a:endParaRPr lang="en-US"/>
        </a:p>
      </dgm:t>
    </dgm:pt>
    <dgm:pt modelId="{2F5F0797-65EA-4377-82A1-8D6C26D05A3B}">
      <dgm:prSet/>
      <dgm:spPr/>
      <dgm:t>
        <a:bodyPr/>
        <a:lstStyle/>
        <a:p>
          <a:r>
            <a:rPr lang="en-GB" dirty="0"/>
            <a:t>User Benefits: </a:t>
          </a:r>
          <a:endParaRPr lang="en-US" dirty="0"/>
        </a:p>
      </dgm:t>
    </dgm:pt>
    <dgm:pt modelId="{C9A77065-4027-497E-9162-7DD2FEA20717}" type="parTrans" cxnId="{606F4BC9-A2D3-465B-BDA2-D3C14F3BE263}">
      <dgm:prSet/>
      <dgm:spPr/>
      <dgm:t>
        <a:bodyPr/>
        <a:lstStyle/>
        <a:p>
          <a:endParaRPr lang="en-US"/>
        </a:p>
      </dgm:t>
    </dgm:pt>
    <dgm:pt modelId="{8E6A5673-7537-4FCC-8617-CC3338720767}" type="sibTrans" cxnId="{606F4BC9-A2D3-465B-BDA2-D3C14F3BE263}">
      <dgm:prSet/>
      <dgm:spPr/>
      <dgm:t>
        <a:bodyPr/>
        <a:lstStyle/>
        <a:p>
          <a:endParaRPr lang="en-US"/>
        </a:p>
      </dgm:t>
    </dgm:pt>
    <dgm:pt modelId="{9D39E758-4F76-401D-85D4-034B792EF84A}">
      <dgm:prSet/>
      <dgm:spPr/>
      <dgm:t>
        <a:bodyPr/>
        <a:lstStyle/>
        <a:p>
          <a:r>
            <a:rPr lang="en-GB"/>
            <a:t>Organization: Search and filter recipes by preparation time, ingredient or title. </a:t>
          </a:r>
          <a:endParaRPr lang="en-US"/>
        </a:p>
      </dgm:t>
    </dgm:pt>
    <dgm:pt modelId="{B1EE4435-6D15-4873-BB9F-190905134E9B}" type="parTrans" cxnId="{AB858950-7626-4892-BFD6-C5C7E102F8ED}">
      <dgm:prSet/>
      <dgm:spPr/>
      <dgm:t>
        <a:bodyPr/>
        <a:lstStyle/>
        <a:p>
          <a:endParaRPr lang="en-US"/>
        </a:p>
      </dgm:t>
    </dgm:pt>
    <dgm:pt modelId="{E3C0E2AE-ADAF-4943-9B30-E2276FC1B4C9}" type="sibTrans" cxnId="{AB858950-7626-4892-BFD6-C5C7E102F8ED}">
      <dgm:prSet/>
      <dgm:spPr/>
      <dgm:t>
        <a:bodyPr/>
        <a:lstStyle/>
        <a:p>
          <a:endParaRPr lang="en-US"/>
        </a:p>
      </dgm:t>
    </dgm:pt>
    <dgm:pt modelId="{61FC7E4B-4B46-49F8-B6B2-B97781DBF1B1}">
      <dgm:prSet/>
      <dgm:spPr/>
      <dgm:t>
        <a:bodyPr/>
        <a:lstStyle/>
        <a:p>
          <a:r>
            <a:rPr lang="en-GB" dirty="0"/>
            <a:t>Accessibility: Responsive web design will ensure recipes are readable and useable on all devices.</a:t>
          </a:r>
          <a:endParaRPr lang="en-US" dirty="0"/>
        </a:p>
      </dgm:t>
    </dgm:pt>
    <dgm:pt modelId="{A2E5E48D-7F6C-4B5D-8D15-1A19B8F9F8FD}" type="parTrans" cxnId="{EBEEE0FC-B87A-4F3F-AD47-2DF4AAFD2DFF}">
      <dgm:prSet/>
      <dgm:spPr/>
      <dgm:t>
        <a:bodyPr/>
        <a:lstStyle/>
        <a:p>
          <a:endParaRPr lang="en-US"/>
        </a:p>
      </dgm:t>
    </dgm:pt>
    <dgm:pt modelId="{B8F2333F-C878-4B9B-AC9F-FAB9CE2759A7}" type="sibTrans" cxnId="{EBEEE0FC-B87A-4F3F-AD47-2DF4AAFD2DFF}">
      <dgm:prSet/>
      <dgm:spPr/>
      <dgm:t>
        <a:bodyPr/>
        <a:lstStyle/>
        <a:p>
          <a:endParaRPr lang="en-US"/>
        </a:p>
      </dgm:t>
    </dgm:pt>
    <dgm:pt modelId="{D50EB502-B384-4F16-8ECF-6F34C1D30ACD}">
      <dgm:prSet/>
      <dgm:spPr/>
      <dgm:t>
        <a:bodyPr/>
        <a:lstStyle/>
        <a:p>
          <a:r>
            <a:rPr lang="en-GB" dirty="0"/>
            <a:t>Security: Secure storage on the back-end ensures data longevity and eliminates the risk of losing handwritten recipes. </a:t>
          </a:r>
          <a:endParaRPr lang="en-US" dirty="0"/>
        </a:p>
      </dgm:t>
    </dgm:pt>
    <dgm:pt modelId="{40540027-8312-40BE-A213-64D483C8CC9E}" type="parTrans" cxnId="{DFBE70AA-A8FB-49F5-AF07-3D217EB12226}">
      <dgm:prSet/>
      <dgm:spPr/>
      <dgm:t>
        <a:bodyPr/>
        <a:lstStyle/>
        <a:p>
          <a:endParaRPr lang="en-US"/>
        </a:p>
      </dgm:t>
    </dgm:pt>
    <dgm:pt modelId="{89FD3576-D77F-4382-800C-9658247023A6}" type="sibTrans" cxnId="{DFBE70AA-A8FB-49F5-AF07-3D217EB12226}">
      <dgm:prSet/>
      <dgm:spPr/>
      <dgm:t>
        <a:bodyPr/>
        <a:lstStyle/>
        <a:p>
          <a:endParaRPr lang="en-US"/>
        </a:p>
      </dgm:t>
    </dgm:pt>
    <dgm:pt modelId="{0DE1DB67-0BB8-46FB-9326-23C678CAF604}">
      <dgm:prSet/>
      <dgm:spPr/>
      <dgm:t>
        <a:bodyPr/>
        <a:lstStyle/>
        <a:p>
          <a:r>
            <a:rPr lang="en-GB" dirty="0"/>
            <a:t>Efficiency: Quickly look up instructions without having to sift through old papers or web-pages.</a:t>
          </a:r>
          <a:endParaRPr lang="en-US" dirty="0"/>
        </a:p>
      </dgm:t>
    </dgm:pt>
    <dgm:pt modelId="{B99B10CB-1CF2-4B7F-8425-625DBD59EB08}" type="parTrans" cxnId="{58C69664-B202-4B50-A285-9B4568BD339C}">
      <dgm:prSet/>
      <dgm:spPr/>
      <dgm:t>
        <a:bodyPr/>
        <a:lstStyle/>
        <a:p>
          <a:endParaRPr lang="en-US"/>
        </a:p>
      </dgm:t>
    </dgm:pt>
    <dgm:pt modelId="{C2E43438-9E89-41E4-8072-7EEED4FB4DCC}" type="sibTrans" cxnId="{58C69664-B202-4B50-A285-9B4568BD339C}">
      <dgm:prSet/>
      <dgm:spPr/>
      <dgm:t>
        <a:bodyPr/>
        <a:lstStyle/>
        <a:p>
          <a:endParaRPr lang="en-US"/>
        </a:p>
      </dgm:t>
    </dgm:pt>
    <dgm:pt modelId="{DEE9A300-2ED3-419D-8347-E2ECCFDC8A5E}" type="pres">
      <dgm:prSet presAssocID="{57B1C352-C998-4FCC-A967-6D5AC7B2FA75}" presName="linearFlow" presStyleCnt="0">
        <dgm:presLayoutVars>
          <dgm:resizeHandles val="exact"/>
        </dgm:presLayoutVars>
      </dgm:prSet>
      <dgm:spPr/>
    </dgm:pt>
    <dgm:pt modelId="{45D69042-5327-4F49-8670-4E70C99C2085}" type="pres">
      <dgm:prSet presAssocID="{2F5C2F81-AF2D-4DA5-9BC0-747DB43BB141}" presName="node" presStyleLbl="node1" presStyleIdx="0" presStyleCnt="2">
        <dgm:presLayoutVars>
          <dgm:bulletEnabled val="1"/>
        </dgm:presLayoutVars>
      </dgm:prSet>
      <dgm:spPr/>
    </dgm:pt>
    <dgm:pt modelId="{B0B34442-648F-4AAC-9317-A967EB54B1DB}" type="pres">
      <dgm:prSet presAssocID="{6C8F9CC0-64E6-4089-AC76-8E6D8390D9D2}" presName="sibTrans" presStyleLbl="sibTrans2D1" presStyleIdx="0" presStyleCnt="1"/>
      <dgm:spPr/>
    </dgm:pt>
    <dgm:pt modelId="{7EC74A59-F809-49C4-AABE-C95111A2F998}" type="pres">
      <dgm:prSet presAssocID="{6C8F9CC0-64E6-4089-AC76-8E6D8390D9D2}" presName="connectorText" presStyleLbl="sibTrans2D1" presStyleIdx="0" presStyleCnt="1"/>
      <dgm:spPr/>
    </dgm:pt>
    <dgm:pt modelId="{4D0FDC3D-062C-427B-BBF8-E00BA231D931}" type="pres">
      <dgm:prSet presAssocID="{2F5F0797-65EA-4377-82A1-8D6C26D05A3B}" presName="node" presStyleLbl="node1" presStyleIdx="1" presStyleCnt="2">
        <dgm:presLayoutVars>
          <dgm:bulletEnabled val="1"/>
        </dgm:presLayoutVars>
      </dgm:prSet>
      <dgm:spPr/>
    </dgm:pt>
  </dgm:ptLst>
  <dgm:cxnLst>
    <dgm:cxn modelId="{908FB701-80B6-4859-8FF8-3415FA95E505}" type="presOf" srcId="{2F5F0797-65EA-4377-82A1-8D6C26D05A3B}" destId="{4D0FDC3D-062C-427B-BBF8-E00BA231D931}" srcOrd="0" destOrd="0" presId="urn:microsoft.com/office/officeart/2005/8/layout/process2"/>
    <dgm:cxn modelId="{05C76307-BDC0-4F62-8BA3-00FC78A63E87}" type="presOf" srcId="{61FC7E4B-4B46-49F8-B6B2-B97781DBF1B1}" destId="{4D0FDC3D-062C-427B-BBF8-E00BA231D931}" srcOrd="0" destOrd="2" presId="urn:microsoft.com/office/officeart/2005/8/layout/process2"/>
    <dgm:cxn modelId="{14221E27-0311-452E-A2D7-30A717052175}" type="presOf" srcId="{0DE1DB67-0BB8-46FB-9326-23C678CAF604}" destId="{4D0FDC3D-062C-427B-BBF8-E00BA231D931}" srcOrd="0" destOrd="4" presId="urn:microsoft.com/office/officeart/2005/8/layout/process2"/>
    <dgm:cxn modelId="{3F177335-A58C-406E-92F2-BFF7BC4DBF5B}" type="presOf" srcId="{57B1C352-C998-4FCC-A967-6D5AC7B2FA75}" destId="{DEE9A300-2ED3-419D-8347-E2ECCFDC8A5E}" srcOrd="0" destOrd="0" presId="urn:microsoft.com/office/officeart/2005/8/layout/process2"/>
    <dgm:cxn modelId="{58C69664-B202-4B50-A285-9B4568BD339C}" srcId="{2F5F0797-65EA-4377-82A1-8D6C26D05A3B}" destId="{0DE1DB67-0BB8-46FB-9326-23C678CAF604}" srcOrd="3" destOrd="0" parTransId="{B99B10CB-1CF2-4B7F-8425-625DBD59EB08}" sibTransId="{C2E43438-9E89-41E4-8072-7EEED4FB4DCC}"/>
    <dgm:cxn modelId="{AB858950-7626-4892-BFD6-C5C7E102F8ED}" srcId="{2F5F0797-65EA-4377-82A1-8D6C26D05A3B}" destId="{9D39E758-4F76-401D-85D4-034B792EF84A}" srcOrd="0" destOrd="0" parTransId="{B1EE4435-6D15-4873-BB9F-190905134E9B}" sibTransId="{E3C0E2AE-ADAF-4943-9B30-E2276FC1B4C9}"/>
    <dgm:cxn modelId="{7934A37A-D74D-41F7-9A85-6651B154E3D0}" type="presOf" srcId="{9D39E758-4F76-401D-85D4-034B792EF84A}" destId="{4D0FDC3D-062C-427B-BBF8-E00BA231D931}" srcOrd="0" destOrd="1" presId="urn:microsoft.com/office/officeart/2005/8/layout/process2"/>
    <dgm:cxn modelId="{19FB9C84-AFAA-4CE2-94B5-A464146E8704}" type="presOf" srcId="{6C8F9CC0-64E6-4089-AC76-8E6D8390D9D2}" destId="{7EC74A59-F809-49C4-AABE-C95111A2F998}" srcOrd="1" destOrd="0" presId="urn:microsoft.com/office/officeart/2005/8/layout/process2"/>
    <dgm:cxn modelId="{51238485-F8F9-49D6-9B78-1CCB4DF69C9D}" type="presOf" srcId="{6C8F9CC0-64E6-4089-AC76-8E6D8390D9D2}" destId="{B0B34442-648F-4AAC-9317-A967EB54B1DB}" srcOrd="0" destOrd="0" presId="urn:microsoft.com/office/officeart/2005/8/layout/process2"/>
    <dgm:cxn modelId="{DFBE70AA-A8FB-49F5-AF07-3D217EB12226}" srcId="{2F5F0797-65EA-4377-82A1-8D6C26D05A3B}" destId="{D50EB502-B384-4F16-8ECF-6F34C1D30ACD}" srcOrd="2" destOrd="0" parTransId="{40540027-8312-40BE-A213-64D483C8CC9E}" sibTransId="{89FD3576-D77F-4382-800C-9658247023A6}"/>
    <dgm:cxn modelId="{606F4BC9-A2D3-465B-BDA2-D3C14F3BE263}" srcId="{57B1C352-C998-4FCC-A967-6D5AC7B2FA75}" destId="{2F5F0797-65EA-4377-82A1-8D6C26D05A3B}" srcOrd="1" destOrd="0" parTransId="{C9A77065-4027-497E-9162-7DD2FEA20717}" sibTransId="{8E6A5673-7537-4FCC-8617-CC3338720767}"/>
    <dgm:cxn modelId="{E8EE19CE-0D5F-4FF4-8926-511935674A38}" srcId="{57B1C352-C998-4FCC-A967-6D5AC7B2FA75}" destId="{2F5C2F81-AF2D-4DA5-9BC0-747DB43BB141}" srcOrd="0" destOrd="0" parTransId="{25ECCE2E-A7BC-400B-BD38-7811104AE960}" sibTransId="{6C8F9CC0-64E6-4089-AC76-8E6D8390D9D2}"/>
    <dgm:cxn modelId="{D67FD1D7-4E0F-4DAC-9708-1F825E33F783}" type="presOf" srcId="{2F5C2F81-AF2D-4DA5-9BC0-747DB43BB141}" destId="{45D69042-5327-4F49-8670-4E70C99C2085}" srcOrd="0" destOrd="0" presId="urn:microsoft.com/office/officeart/2005/8/layout/process2"/>
    <dgm:cxn modelId="{5770FCF2-805D-4D4E-873B-934EC655267E}" type="presOf" srcId="{D50EB502-B384-4F16-8ECF-6F34C1D30ACD}" destId="{4D0FDC3D-062C-427B-BBF8-E00BA231D931}" srcOrd="0" destOrd="3" presId="urn:microsoft.com/office/officeart/2005/8/layout/process2"/>
    <dgm:cxn modelId="{EBEEE0FC-B87A-4F3F-AD47-2DF4AAFD2DFF}" srcId="{2F5F0797-65EA-4377-82A1-8D6C26D05A3B}" destId="{61FC7E4B-4B46-49F8-B6B2-B97781DBF1B1}" srcOrd="1" destOrd="0" parTransId="{A2E5E48D-7F6C-4B5D-8D15-1A19B8F9F8FD}" sibTransId="{B8F2333F-C878-4B9B-AC9F-FAB9CE2759A7}"/>
    <dgm:cxn modelId="{20E18BF3-EF76-437A-9E75-3E714D70B205}" type="presParOf" srcId="{DEE9A300-2ED3-419D-8347-E2ECCFDC8A5E}" destId="{45D69042-5327-4F49-8670-4E70C99C2085}" srcOrd="0" destOrd="0" presId="urn:microsoft.com/office/officeart/2005/8/layout/process2"/>
    <dgm:cxn modelId="{EBE8851F-6EBA-4901-BF06-76380DD72A93}" type="presParOf" srcId="{DEE9A300-2ED3-419D-8347-E2ECCFDC8A5E}" destId="{B0B34442-648F-4AAC-9317-A967EB54B1DB}" srcOrd="1" destOrd="0" presId="urn:microsoft.com/office/officeart/2005/8/layout/process2"/>
    <dgm:cxn modelId="{41FD30C9-9EEF-4DB3-B1E0-53B1D4C0FB30}" type="presParOf" srcId="{B0B34442-648F-4AAC-9317-A967EB54B1DB}" destId="{7EC74A59-F809-49C4-AABE-C95111A2F998}" srcOrd="0" destOrd="0" presId="urn:microsoft.com/office/officeart/2005/8/layout/process2"/>
    <dgm:cxn modelId="{9FCE8902-7027-4083-9E92-7269E11B7DDC}" type="presParOf" srcId="{DEE9A300-2ED3-419D-8347-E2ECCFDC8A5E}" destId="{4D0FDC3D-062C-427B-BBF8-E00BA231D931}" srcOrd="2"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4F95E8C-9E23-4A2C-868A-A6F89299D703}"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4728CEF7-C492-466E-A42D-0111B33764FD}">
      <dgm:prSet/>
      <dgm:spPr/>
      <dgm:t>
        <a:bodyPr/>
        <a:lstStyle/>
        <a:p>
          <a:r>
            <a:rPr lang="en-GB"/>
            <a:t>Must be able to input a recipe and have it saved in the server. </a:t>
          </a:r>
          <a:endParaRPr lang="en-US"/>
        </a:p>
      </dgm:t>
    </dgm:pt>
    <dgm:pt modelId="{29E3BB59-B57E-48DD-9EA1-3E60AA090BD5}" type="parTrans" cxnId="{40D2FA00-5B62-4805-B1BF-063DBA107E4A}">
      <dgm:prSet/>
      <dgm:spPr/>
      <dgm:t>
        <a:bodyPr/>
        <a:lstStyle/>
        <a:p>
          <a:endParaRPr lang="en-US"/>
        </a:p>
      </dgm:t>
    </dgm:pt>
    <dgm:pt modelId="{94B5A17F-1BA2-41E0-BE2E-485623555B4A}" type="sibTrans" cxnId="{40D2FA00-5B62-4805-B1BF-063DBA107E4A}">
      <dgm:prSet/>
      <dgm:spPr/>
      <dgm:t>
        <a:bodyPr/>
        <a:lstStyle/>
        <a:p>
          <a:endParaRPr lang="en-US"/>
        </a:p>
      </dgm:t>
    </dgm:pt>
    <dgm:pt modelId="{80BF39E2-7A84-4572-AAB6-2195C6BCF209}">
      <dgm:prSet/>
      <dgm:spPr/>
      <dgm:t>
        <a:bodyPr/>
        <a:lstStyle/>
        <a:p>
          <a:r>
            <a:rPr lang="en-GB"/>
            <a:t>Must be able to view a list of all saved recipes and see essentials on summary cards. </a:t>
          </a:r>
          <a:endParaRPr lang="en-US"/>
        </a:p>
      </dgm:t>
    </dgm:pt>
    <dgm:pt modelId="{B723E372-A876-4478-B8D5-05BE259C06E3}" type="parTrans" cxnId="{4AE1DB9A-C10F-42E9-9DA6-5CE72C37E8BA}">
      <dgm:prSet/>
      <dgm:spPr/>
      <dgm:t>
        <a:bodyPr/>
        <a:lstStyle/>
        <a:p>
          <a:endParaRPr lang="en-US"/>
        </a:p>
      </dgm:t>
    </dgm:pt>
    <dgm:pt modelId="{3724E975-AE11-4900-9A8B-D4613A10D3E6}" type="sibTrans" cxnId="{4AE1DB9A-C10F-42E9-9DA6-5CE72C37E8BA}">
      <dgm:prSet/>
      <dgm:spPr/>
      <dgm:t>
        <a:bodyPr/>
        <a:lstStyle/>
        <a:p>
          <a:endParaRPr lang="en-US"/>
        </a:p>
      </dgm:t>
    </dgm:pt>
    <dgm:pt modelId="{42ACFCBC-E768-4527-A42C-376AC0F009ED}">
      <dgm:prSet/>
      <dgm:spPr/>
      <dgm:t>
        <a:bodyPr/>
        <a:lstStyle/>
        <a:p>
          <a:r>
            <a:rPr lang="en-GB"/>
            <a:t>Must be able to filter the displayed recipes by category and search by title or ingredient.</a:t>
          </a:r>
          <a:endParaRPr lang="en-US"/>
        </a:p>
      </dgm:t>
    </dgm:pt>
    <dgm:pt modelId="{FD818B5A-143F-4E6F-B072-6224CE3E0947}" type="parTrans" cxnId="{4E42BDFB-54DA-442E-8D0E-2D28D168F2EB}">
      <dgm:prSet/>
      <dgm:spPr/>
      <dgm:t>
        <a:bodyPr/>
        <a:lstStyle/>
        <a:p>
          <a:endParaRPr lang="en-US"/>
        </a:p>
      </dgm:t>
    </dgm:pt>
    <dgm:pt modelId="{A70357E1-4ABB-43C5-A264-06BF45A71DF3}" type="sibTrans" cxnId="{4E42BDFB-54DA-442E-8D0E-2D28D168F2EB}">
      <dgm:prSet/>
      <dgm:spPr/>
      <dgm:t>
        <a:bodyPr/>
        <a:lstStyle/>
        <a:p>
          <a:endParaRPr lang="en-US"/>
        </a:p>
      </dgm:t>
    </dgm:pt>
    <dgm:pt modelId="{C454C4A9-D36D-4C56-921B-0D330CE21048}">
      <dgm:prSet/>
      <dgm:spPr/>
      <dgm:t>
        <a:bodyPr/>
        <a:lstStyle/>
        <a:p>
          <a:r>
            <a:rPr lang="en-GB"/>
            <a:t>All submitted recipes must be saved to a database on the back-end and be retrievable. </a:t>
          </a:r>
          <a:endParaRPr lang="en-US"/>
        </a:p>
      </dgm:t>
    </dgm:pt>
    <dgm:pt modelId="{CA15EB1C-95C1-4ECB-949D-00F08EE62B29}" type="parTrans" cxnId="{7AF7A7FC-390D-4765-94D7-08E13B727205}">
      <dgm:prSet/>
      <dgm:spPr/>
      <dgm:t>
        <a:bodyPr/>
        <a:lstStyle/>
        <a:p>
          <a:endParaRPr lang="en-US"/>
        </a:p>
      </dgm:t>
    </dgm:pt>
    <dgm:pt modelId="{1EA47808-534E-4886-893A-C84C5BD54993}" type="sibTrans" cxnId="{7AF7A7FC-390D-4765-94D7-08E13B727205}">
      <dgm:prSet/>
      <dgm:spPr/>
      <dgm:t>
        <a:bodyPr/>
        <a:lstStyle/>
        <a:p>
          <a:endParaRPr lang="en-US"/>
        </a:p>
      </dgm:t>
    </dgm:pt>
    <dgm:pt modelId="{D3E54BB1-A657-4CA9-9446-ABBB5303A42C}">
      <dgm:prSet/>
      <dgm:spPr/>
      <dgm:t>
        <a:bodyPr/>
        <a:lstStyle/>
        <a:p>
          <a:r>
            <a:rPr lang="en-GB"/>
            <a:t>The layout must be responsive and adapt to different viewport size changed, maintaining usability on mobile devices. </a:t>
          </a:r>
          <a:endParaRPr lang="en-US"/>
        </a:p>
      </dgm:t>
    </dgm:pt>
    <dgm:pt modelId="{C5B1ADD1-AC67-488B-BAB8-3F01F1F9D12E}" type="parTrans" cxnId="{8ABE0373-21C1-4419-A594-6648A9AF96F5}">
      <dgm:prSet/>
      <dgm:spPr/>
      <dgm:t>
        <a:bodyPr/>
        <a:lstStyle/>
        <a:p>
          <a:endParaRPr lang="en-US"/>
        </a:p>
      </dgm:t>
    </dgm:pt>
    <dgm:pt modelId="{06C34F89-02E3-4550-9A20-B55C19580A66}" type="sibTrans" cxnId="{8ABE0373-21C1-4419-A594-6648A9AF96F5}">
      <dgm:prSet/>
      <dgm:spPr/>
      <dgm:t>
        <a:bodyPr/>
        <a:lstStyle/>
        <a:p>
          <a:endParaRPr lang="en-US"/>
        </a:p>
      </dgm:t>
    </dgm:pt>
    <dgm:pt modelId="{6CAE86EE-0CAF-4473-8622-ED233B8626D8}" type="pres">
      <dgm:prSet presAssocID="{B4F95E8C-9E23-4A2C-868A-A6F89299D703}" presName="linear" presStyleCnt="0">
        <dgm:presLayoutVars>
          <dgm:animLvl val="lvl"/>
          <dgm:resizeHandles val="exact"/>
        </dgm:presLayoutVars>
      </dgm:prSet>
      <dgm:spPr/>
    </dgm:pt>
    <dgm:pt modelId="{FDF48BA0-D170-4D45-9684-CFFFB48CB09F}" type="pres">
      <dgm:prSet presAssocID="{4728CEF7-C492-466E-A42D-0111B33764FD}" presName="parentText" presStyleLbl="node1" presStyleIdx="0" presStyleCnt="5">
        <dgm:presLayoutVars>
          <dgm:chMax val="0"/>
          <dgm:bulletEnabled val="1"/>
        </dgm:presLayoutVars>
      </dgm:prSet>
      <dgm:spPr/>
    </dgm:pt>
    <dgm:pt modelId="{31102438-6775-4CFE-A620-588819799736}" type="pres">
      <dgm:prSet presAssocID="{94B5A17F-1BA2-41E0-BE2E-485623555B4A}" presName="spacer" presStyleCnt="0"/>
      <dgm:spPr/>
    </dgm:pt>
    <dgm:pt modelId="{E7069D9B-F3FF-4851-97B6-35BD21E038B3}" type="pres">
      <dgm:prSet presAssocID="{80BF39E2-7A84-4572-AAB6-2195C6BCF209}" presName="parentText" presStyleLbl="node1" presStyleIdx="1" presStyleCnt="5">
        <dgm:presLayoutVars>
          <dgm:chMax val="0"/>
          <dgm:bulletEnabled val="1"/>
        </dgm:presLayoutVars>
      </dgm:prSet>
      <dgm:spPr/>
    </dgm:pt>
    <dgm:pt modelId="{164AA5C1-E716-48DE-87E1-AA2C372FEFE7}" type="pres">
      <dgm:prSet presAssocID="{3724E975-AE11-4900-9A8B-D4613A10D3E6}" presName="spacer" presStyleCnt="0"/>
      <dgm:spPr/>
    </dgm:pt>
    <dgm:pt modelId="{69F53A2B-6AD2-462C-92EE-892F98AACDEC}" type="pres">
      <dgm:prSet presAssocID="{42ACFCBC-E768-4527-A42C-376AC0F009ED}" presName="parentText" presStyleLbl="node1" presStyleIdx="2" presStyleCnt="5">
        <dgm:presLayoutVars>
          <dgm:chMax val="0"/>
          <dgm:bulletEnabled val="1"/>
        </dgm:presLayoutVars>
      </dgm:prSet>
      <dgm:spPr/>
    </dgm:pt>
    <dgm:pt modelId="{88BD1E41-32F5-40D1-A014-76B14AA57CC8}" type="pres">
      <dgm:prSet presAssocID="{A70357E1-4ABB-43C5-A264-06BF45A71DF3}" presName="spacer" presStyleCnt="0"/>
      <dgm:spPr/>
    </dgm:pt>
    <dgm:pt modelId="{8F6FFF40-C638-485B-9BEE-2372AEB731D2}" type="pres">
      <dgm:prSet presAssocID="{C454C4A9-D36D-4C56-921B-0D330CE21048}" presName="parentText" presStyleLbl="node1" presStyleIdx="3" presStyleCnt="5">
        <dgm:presLayoutVars>
          <dgm:chMax val="0"/>
          <dgm:bulletEnabled val="1"/>
        </dgm:presLayoutVars>
      </dgm:prSet>
      <dgm:spPr/>
    </dgm:pt>
    <dgm:pt modelId="{047A2765-156B-4D15-AE7B-D46B10B378B9}" type="pres">
      <dgm:prSet presAssocID="{1EA47808-534E-4886-893A-C84C5BD54993}" presName="spacer" presStyleCnt="0"/>
      <dgm:spPr/>
    </dgm:pt>
    <dgm:pt modelId="{11E801F3-911C-442E-B5BD-B42742A2CF55}" type="pres">
      <dgm:prSet presAssocID="{D3E54BB1-A657-4CA9-9446-ABBB5303A42C}" presName="parentText" presStyleLbl="node1" presStyleIdx="4" presStyleCnt="5">
        <dgm:presLayoutVars>
          <dgm:chMax val="0"/>
          <dgm:bulletEnabled val="1"/>
        </dgm:presLayoutVars>
      </dgm:prSet>
      <dgm:spPr/>
    </dgm:pt>
  </dgm:ptLst>
  <dgm:cxnLst>
    <dgm:cxn modelId="{40D2FA00-5B62-4805-B1BF-063DBA107E4A}" srcId="{B4F95E8C-9E23-4A2C-868A-A6F89299D703}" destId="{4728CEF7-C492-466E-A42D-0111B33764FD}" srcOrd="0" destOrd="0" parTransId="{29E3BB59-B57E-48DD-9EA1-3E60AA090BD5}" sibTransId="{94B5A17F-1BA2-41E0-BE2E-485623555B4A}"/>
    <dgm:cxn modelId="{EE704405-5D84-472F-9DCE-05307AC57702}" type="presOf" srcId="{80BF39E2-7A84-4572-AAB6-2195C6BCF209}" destId="{E7069D9B-F3FF-4851-97B6-35BD21E038B3}" srcOrd="0" destOrd="0" presId="urn:microsoft.com/office/officeart/2005/8/layout/vList2"/>
    <dgm:cxn modelId="{BED0923E-4F41-4E86-B0BD-D48ED2EFEAA2}" type="presOf" srcId="{B4F95E8C-9E23-4A2C-868A-A6F89299D703}" destId="{6CAE86EE-0CAF-4473-8622-ED233B8626D8}" srcOrd="0" destOrd="0" presId="urn:microsoft.com/office/officeart/2005/8/layout/vList2"/>
    <dgm:cxn modelId="{8ABE0373-21C1-4419-A594-6648A9AF96F5}" srcId="{B4F95E8C-9E23-4A2C-868A-A6F89299D703}" destId="{D3E54BB1-A657-4CA9-9446-ABBB5303A42C}" srcOrd="4" destOrd="0" parTransId="{C5B1ADD1-AC67-488B-BAB8-3F01F1F9D12E}" sibTransId="{06C34F89-02E3-4550-9A20-B55C19580A66}"/>
    <dgm:cxn modelId="{4AE1DB9A-C10F-42E9-9DA6-5CE72C37E8BA}" srcId="{B4F95E8C-9E23-4A2C-868A-A6F89299D703}" destId="{80BF39E2-7A84-4572-AAB6-2195C6BCF209}" srcOrd="1" destOrd="0" parTransId="{B723E372-A876-4478-B8D5-05BE259C06E3}" sibTransId="{3724E975-AE11-4900-9A8B-D4613A10D3E6}"/>
    <dgm:cxn modelId="{56ADFAA8-7324-470E-8E5A-921F23A8902E}" type="presOf" srcId="{C454C4A9-D36D-4C56-921B-0D330CE21048}" destId="{8F6FFF40-C638-485B-9BEE-2372AEB731D2}" srcOrd="0" destOrd="0" presId="urn:microsoft.com/office/officeart/2005/8/layout/vList2"/>
    <dgm:cxn modelId="{8CF2B0AB-447B-4E72-9EE1-7CD2679A2469}" type="presOf" srcId="{D3E54BB1-A657-4CA9-9446-ABBB5303A42C}" destId="{11E801F3-911C-442E-B5BD-B42742A2CF55}" srcOrd="0" destOrd="0" presId="urn:microsoft.com/office/officeart/2005/8/layout/vList2"/>
    <dgm:cxn modelId="{F1841ED6-204A-4D90-B3A7-8E2F87FC575B}" type="presOf" srcId="{4728CEF7-C492-466E-A42D-0111B33764FD}" destId="{FDF48BA0-D170-4D45-9684-CFFFB48CB09F}" srcOrd="0" destOrd="0" presId="urn:microsoft.com/office/officeart/2005/8/layout/vList2"/>
    <dgm:cxn modelId="{B3B4EED8-B1D6-4ECD-89F9-C73A4A0E3ED4}" type="presOf" srcId="{42ACFCBC-E768-4527-A42C-376AC0F009ED}" destId="{69F53A2B-6AD2-462C-92EE-892F98AACDEC}" srcOrd="0" destOrd="0" presId="urn:microsoft.com/office/officeart/2005/8/layout/vList2"/>
    <dgm:cxn modelId="{4E42BDFB-54DA-442E-8D0E-2D28D168F2EB}" srcId="{B4F95E8C-9E23-4A2C-868A-A6F89299D703}" destId="{42ACFCBC-E768-4527-A42C-376AC0F009ED}" srcOrd="2" destOrd="0" parTransId="{FD818B5A-143F-4E6F-B072-6224CE3E0947}" sibTransId="{A70357E1-4ABB-43C5-A264-06BF45A71DF3}"/>
    <dgm:cxn modelId="{7AF7A7FC-390D-4765-94D7-08E13B727205}" srcId="{B4F95E8C-9E23-4A2C-868A-A6F89299D703}" destId="{C454C4A9-D36D-4C56-921B-0D330CE21048}" srcOrd="3" destOrd="0" parTransId="{CA15EB1C-95C1-4ECB-949D-00F08EE62B29}" sibTransId="{1EA47808-534E-4886-893A-C84C5BD54993}"/>
    <dgm:cxn modelId="{91BCB5C0-41AC-471C-8E7F-C05557020777}" type="presParOf" srcId="{6CAE86EE-0CAF-4473-8622-ED233B8626D8}" destId="{FDF48BA0-D170-4D45-9684-CFFFB48CB09F}" srcOrd="0" destOrd="0" presId="urn:microsoft.com/office/officeart/2005/8/layout/vList2"/>
    <dgm:cxn modelId="{4B2401D3-1CD9-4E67-B2EB-E13FE5B35E77}" type="presParOf" srcId="{6CAE86EE-0CAF-4473-8622-ED233B8626D8}" destId="{31102438-6775-4CFE-A620-588819799736}" srcOrd="1" destOrd="0" presId="urn:microsoft.com/office/officeart/2005/8/layout/vList2"/>
    <dgm:cxn modelId="{C1A8C754-E83F-49C5-B9B8-782EA16A7ED7}" type="presParOf" srcId="{6CAE86EE-0CAF-4473-8622-ED233B8626D8}" destId="{E7069D9B-F3FF-4851-97B6-35BD21E038B3}" srcOrd="2" destOrd="0" presId="urn:microsoft.com/office/officeart/2005/8/layout/vList2"/>
    <dgm:cxn modelId="{77169AAD-7D60-4A7F-B393-6E192B2173E5}" type="presParOf" srcId="{6CAE86EE-0CAF-4473-8622-ED233B8626D8}" destId="{164AA5C1-E716-48DE-87E1-AA2C372FEFE7}" srcOrd="3" destOrd="0" presId="urn:microsoft.com/office/officeart/2005/8/layout/vList2"/>
    <dgm:cxn modelId="{6E90D67B-F3B3-4E33-8E54-9D265CC5ED1C}" type="presParOf" srcId="{6CAE86EE-0CAF-4473-8622-ED233B8626D8}" destId="{69F53A2B-6AD2-462C-92EE-892F98AACDEC}" srcOrd="4" destOrd="0" presId="urn:microsoft.com/office/officeart/2005/8/layout/vList2"/>
    <dgm:cxn modelId="{1D5337E2-7787-4715-B1EC-FFB44F951C96}" type="presParOf" srcId="{6CAE86EE-0CAF-4473-8622-ED233B8626D8}" destId="{88BD1E41-32F5-40D1-A014-76B14AA57CC8}" srcOrd="5" destOrd="0" presId="urn:microsoft.com/office/officeart/2005/8/layout/vList2"/>
    <dgm:cxn modelId="{97182A0B-2C48-4F1C-825A-CB49DEC02100}" type="presParOf" srcId="{6CAE86EE-0CAF-4473-8622-ED233B8626D8}" destId="{8F6FFF40-C638-485B-9BEE-2372AEB731D2}" srcOrd="6" destOrd="0" presId="urn:microsoft.com/office/officeart/2005/8/layout/vList2"/>
    <dgm:cxn modelId="{426B0039-4FF6-480A-8BB1-024B1BAE0C35}" type="presParOf" srcId="{6CAE86EE-0CAF-4473-8622-ED233B8626D8}" destId="{047A2765-156B-4D15-AE7B-D46B10B378B9}" srcOrd="7" destOrd="0" presId="urn:microsoft.com/office/officeart/2005/8/layout/vList2"/>
    <dgm:cxn modelId="{51747158-2EE6-4F2E-8C57-2314D9A0C921}" type="presParOf" srcId="{6CAE86EE-0CAF-4473-8622-ED233B8626D8}" destId="{11E801F3-911C-442E-B5BD-B42742A2CF55}"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D69042-5327-4F49-8670-4E70C99C2085}">
      <dsp:nvSpPr>
        <dsp:cNvPr id="0" name=""/>
        <dsp:cNvSpPr/>
      </dsp:nvSpPr>
      <dsp:spPr>
        <a:xfrm>
          <a:off x="170915" y="665"/>
          <a:ext cx="6325002" cy="2181035"/>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User group: People who are interested in baking and have a need to keep their recipes stored safely in an online space with an organized, accessible system. </a:t>
          </a:r>
          <a:endParaRPr lang="en-US" sz="1800" kern="1200"/>
        </a:p>
      </dsp:txBody>
      <dsp:txXfrm>
        <a:off x="234795" y="64545"/>
        <a:ext cx="6197242" cy="2053275"/>
      </dsp:txXfrm>
    </dsp:sp>
    <dsp:sp modelId="{B0B34442-648F-4AAC-9317-A967EB54B1DB}">
      <dsp:nvSpPr>
        <dsp:cNvPr id="0" name=""/>
        <dsp:cNvSpPr/>
      </dsp:nvSpPr>
      <dsp:spPr>
        <a:xfrm rot="5400000">
          <a:off x="2924472" y="2236227"/>
          <a:ext cx="817888" cy="981465"/>
        </a:xfrm>
        <a:prstGeom prst="rightArrow">
          <a:avLst>
            <a:gd name="adj1" fmla="val 60000"/>
            <a:gd name="adj2" fmla="val 5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3038977" y="2318015"/>
        <a:ext cx="588879" cy="572522"/>
      </dsp:txXfrm>
    </dsp:sp>
    <dsp:sp modelId="{4D0FDC3D-062C-427B-BBF8-E00BA231D931}">
      <dsp:nvSpPr>
        <dsp:cNvPr id="0" name=""/>
        <dsp:cNvSpPr/>
      </dsp:nvSpPr>
      <dsp:spPr>
        <a:xfrm>
          <a:off x="170915" y="3272218"/>
          <a:ext cx="6325002" cy="2181035"/>
        </a:xfrm>
        <a:prstGeom prst="roundRect">
          <a:avLst>
            <a:gd name="adj" fmla="val 10000"/>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t>User Benefits: </a:t>
          </a:r>
          <a:endParaRPr lang="en-US" sz="1800" kern="1200" dirty="0"/>
        </a:p>
        <a:p>
          <a:pPr marL="114300" lvl="1" indent="-114300" algn="l" defTabSz="622300">
            <a:lnSpc>
              <a:spcPct val="90000"/>
            </a:lnSpc>
            <a:spcBef>
              <a:spcPct val="0"/>
            </a:spcBef>
            <a:spcAft>
              <a:spcPct val="15000"/>
            </a:spcAft>
            <a:buChar char="•"/>
          </a:pPr>
          <a:r>
            <a:rPr lang="en-GB" sz="1400" kern="1200"/>
            <a:t>Organization: Search and filter recipes by preparation time, ingredient or title. </a:t>
          </a:r>
          <a:endParaRPr lang="en-US" sz="1400" kern="1200"/>
        </a:p>
        <a:p>
          <a:pPr marL="114300" lvl="1" indent="-114300" algn="l" defTabSz="622300">
            <a:lnSpc>
              <a:spcPct val="90000"/>
            </a:lnSpc>
            <a:spcBef>
              <a:spcPct val="0"/>
            </a:spcBef>
            <a:spcAft>
              <a:spcPct val="15000"/>
            </a:spcAft>
            <a:buChar char="•"/>
          </a:pPr>
          <a:r>
            <a:rPr lang="en-GB" sz="1400" kern="1200" dirty="0"/>
            <a:t>Accessibility: Responsive web design will ensure recipes are readable and useable on all devices.</a:t>
          </a:r>
          <a:endParaRPr lang="en-US" sz="1400" kern="1200" dirty="0"/>
        </a:p>
        <a:p>
          <a:pPr marL="114300" lvl="1" indent="-114300" algn="l" defTabSz="622300">
            <a:lnSpc>
              <a:spcPct val="90000"/>
            </a:lnSpc>
            <a:spcBef>
              <a:spcPct val="0"/>
            </a:spcBef>
            <a:spcAft>
              <a:spcPct val="15000"/>
            </a:spcAft>
            <a:buChar char="•"/>
          </a:pPr>
          <a:r>
            <a:rPr lang="en-GB" sz="1400" kern="1200" dirty="0"/>
            <a:t>Security: Secure storage on the back-end ensures data longevity and eliminates the risk of losing handwritten recipes. </a:t>
          </a:r>
          <a:endParaRPr lang="en-US" sz="1400" kern="1200" dirty="0"/>
        </a:p>
        <a:p>
          <a:pPr marL="114300" lvl="1" indent="-114300" algn="l" defTabSz="622300">
            <a:lnSpc>
              <a:spcPct val="90000"/>
            </a:lnSpc>
            <a:spcBef>
              <a:spcPct val="0"/>
            </a:spcBef>
            <a:spcAft>
              <a:spcPct val="15000"/>
            </a:spcAft>
            <a:buChar char="•"/>
          </a:pPr>
          <a:r>
            <a:rPr lang="en-GB" sz="1400" kern="1200" dirty="0"/>
            <a:t>Efficiency: Quickly look up instructions without having to sift through old papers or web-pages.</a:t>
          </a:r>
          <a:endParaRPr lang="en-US" sz="1400" kern="1200" dirty="0"/>
        </a:p>
      </dsp:txBody>
      <dsp:txXfrm>
        <a:off x="234795" y="3336098"/>
        <a:ext cx="6197242" cy="20532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F48BA0-D170-4D45-9684-CFFFB48CB09F}">
      <dsp:nvSpPr>
        <dsp:cNvPr id="0" name=""/>
        <dsp:cNvSpPr/>
      </dsp:nvSpPr>
      <dsp:spPr>
        <a:xfrm>
          <a:off x="0" y="721023"/>
          <a:ext cx="6666833" cy="758598"/>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Must be able to input a recipe and have it saved in the server. </a:t>
          </a:r>
          <a:endParaRPr lang="en-US" sz="1900" kern="1200"/>
        </a:p>
      </dsp:txBody>
      <dsp:txXfrm>
        <a:off x="37032" y="758055"/>
        <a:ext cx="6592769" cy="684534"/>
      </dsp:txXfrm>
    </dsp:sp>
    <dsp:sp modelId="{E7069D9B-F3FF-4851-97B6-35BD21E038B3}">
      <dsp:nvSpPr>
        <dsp:cNvPr id="0" name=""/>
        <dsp:cNvSpPr/>
      </dsp:nvSpPr>
      <dsp:spPr>
        <a:xfrm>
          <a:off x="0" y="1534341"/>
          <a:ext cx="6666833" cy="758598"/>
        </a:xfrm>
        <a:prstGeom prst="roundRect">
          <a:avLst/>
        </a:prstGeom>
        <a:gradFill rotWithShape="0">
          <a:gsLst>
            <a:gs pos="0">
              <a:schemeClr val="accent2">
                <a:hueOff val="1610903"/>
                <a:satOff val="-4623"/>
                <a:lumOff val="-7402"/>
                <a:alphaOff val="0"/>
                <a:satMod val="103000"/>
                <a:lumMod val="102000"/>
                <a:tint val="94000"/>
              </a:schemeClr>
            </a:gs>
            <a:gs pos="50000">
              <a:schemeClr val="accent2">
                <a:hueOff val="1610903"/>
                <a:satOff val="-4623"/>
                <a:lumOff val="-7402"/>
                <a:alphaOff val="0"/>
                <a:satMod val="110000"/>
                <a:lumMod val="100000"/>
                <a:shade val="100000"/>
              </a:schemeClr>
            </a:gs>
            <a:gs pos="100000">
              <a:schemeClr val="accent2">
                <a:hueOff val="1610903"/>
                <a:satOff val="-4623"/>
                <a:lumOff val="-740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Must be able to view a list of all saved recipes and see essentials on summary cards. </a:t>
          </a:r>
          <a:endParaRPr lang="en-US" sz="1900" kern="1200"/>
        </a:p>
      </dsp:txBody>
      <dsp:txXfrm>
        <a:off x="37032" y="1571373"/>
        <a:ext cx="6592769" cy="684534"/>
      </dsp:txXfrm>
    </dsp:sp>
    <dsp:sp modelId="{69F53A2B-6AD2-462C-92EE-892F98AACDEC}">
      <dsp:nvSpPr>
        <dsp:cNvPr id="0" name=""/>
        <dsp:cNvSpPr/>
      </dsp:nvSpPr>
      <dsp:spPr>
        <a:xfrm>
          <a:off x="0" y="2347660"/>
          <a:ext cx="6666833" cy="758598"/>
        </a:xfrm>
        <a:prstGeom prst="round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Must be able to filter the displayed recipes by category and search by title or ingredient.</a:t>
          </a:r>
          <a:endParaRPr lang="en-US" sz="1900" kern="1200"/>
        </a:p>
      </dsp:txBody>
      <dsp:txXfrm>
        <a:off x="37032" y="2384692"/>
        <a:ext cx="6592769" cy="684534"/>
      </dsp:txXfrm>
    </dsp:sp>
    <dsp:sp modelId="{8F6FFF40-C638-485B-9BEE-2372AEB731D2}">
      <dsp:nvSpPr>
        <dsp:cNvPr id="0" name=""/>
        <dsp:cNvSpPr/>
      </dsp:nvSpPr>
      <dsp:spPr>
        <a:xfrm>
          <a:off x="0" y="3160979"/>
          <a:ext cx="6666833" cy="758598"/>
        </a:xfrm>
        <a:prstGeom prst="roundRect">
          <a:avLst/>
        </a:prstGeom>
        <a:gradFill rotWithShape="0">
          <a:gsLst>
            <a:gs pos="0">
              <a:schemeClr val="accent2">
                <a:hueOff val="4832710"/>
                <a:satOff val="-13870"/>
                <a:lumOff val="-22207"/>
                <a:alphaOff val="0"/>
                <a:satMod val="103000"/>
                <a:lumMod val="102000"/>
                <a:tint val="94000"/>
              </a:schemeClr>
            </a:gs>
            <a:gs pos="50000">
              <a:schemeClr val="accent2">
                <a:hueOff val="4832710"/>
                <a:satOff val="-13870"/>
                <a:lumOff val="-22207"/>
                <a:alphaOff val="0"/>
                <a:satMod val="110000"/>
                <a:lumMod val="100000"/>
                <a:shade val="100000"/>
              </a:schemeClr>
            </a:gs>
            <a:gs pos="100000">
              <a:schemeClr val="accent2">
                <a:hueOff val="4832710"/>
                <a:satOff val="-13870"/>
                <a:lumOff val="-222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All submitted recipes must be saved to a database on the back-end and be retrievable. </a:t>
          </a:r>
          <a:endParaRPr lang="en-US" sz="1900" kern="1200"/>
        </a:p>
      </dsp:txBody>
      <dsp:txXfrm>
        <a:off x="37032" y="3198011"/>
        <a:ext cx="6592769" cy="684534"/>
      </dsp:txXfrm>
    </dsp:sp>
    <dsp:sp modelId="{11E801F3-911C-442E-B5BD-B42742A2CF55}">
      <dsp:nvSpPr>
        <dsp:cNvPr id="0" name=""/>
        <dsp:cNvSpPr/>
      </dsp:nvSpPr>
      <dsp:spPr>
        <a:xfrm>
          <a:off x="0" y="3974298"/>
          <a:ext cx="6666833" cy="758598"/>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The layout must be responsive and adapt to different viewport size changed, maintaining usability on mobile devices. </a:t>
          </a:r>
          <a:endParaRPr lang="en-US" sz="1900" kern="1200"/>
        </a:p>
      </dsp:txBody>
      <dsp:txXfrm>
        <a:off x="37032" y="4011330"/>
        <a:ext cx="6592769" cy="684534"/>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7E624-B0AC-BA65-52A2-B05FA27F14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E"/>
          </a:p>
        </p:txBody>
      </p:sp>
      <p:sp>
        <p:nvSpPr>
          <p:cNvPr id="3" name="Subtitle 2">
            <a:extLst>
              <a:ext uri="{FF2B5EF4-FFF2-40B4-BE49-F238E27FC236}">
                <a16:creationId xmlns:a16="http://schemas.microsoft.com/office/drawing/2014/main" id="{5F0957E7-20A1-F1A2-823D-8EC182DDB3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E"/>
          </a:p>
        </p:txBody>
      </p:sp>
      <p:sp>
        <p:nvSpPr>
          <p:cNvPr id="4" name="Date Placeholder 3">
            <a:extLst>
              <a:ext uri="{FF2B5EF4-FFF2-40B4-BE49-F238E27FC236}">
                <a16:creationId xmlns:a16="http://schemas.microsoft.com/office/drawing/2014/main" id="{0EB8133A-4407-E1B1-D289-90E2D5662CA5}"/>
              </a:ext>
            </a:extLst>
          </p:cNvPr>
          <p:cNvSpPr>
            <a:spLocks noGrp="1"/>
          </p:cNvSpPr>
          <p:nvPr>
            <p:ph type="dt" sz="half" idx="10"/>
          </p:nvPr>
        </p:nvSpPr>
        <p:spPr/>
        <p:txBody>
          <a:bodyPr/>
          <a:lstStyle/>
          <a:p>
            <a:fld id="{2951BCCC-5E72-49B2-853C-B484A5EAB1DF}" type="datetimeFigureOut">
              <a:rPr lang="en-SE" smtClean="0"/>
              <a:t>2025-12-04</a:t>
            </a:fld>
            <a:endParaRPr lang="en-SE"/>
          </a:p>
        </p:txBody>
      </p:sp>
      <p:sp>
        <p:nvSpPr>
          <p:cNvPr id="5" name="Footer Placeholder 4">
            <a:extLst>
              <a:ext uri="{FF2B5EF4-FFF2-40B4-BE49-F238E27FC236}">
                <a16:creationId xmlns:a16="http://schemas.microsoft.com/office/drawing/2014/main" id="{02AD2616-D64C-89B9-D002-6F5A26D20C47}"/>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5558B4D6-B83E-55F3-F4A8-DB2285D61C5D}"/>
              </a:ext>
            </a:extLst>
          </p:cNvPr>
          <p:cNvSpPr>
            <a:spLocks noGrp="1"/>
          </p:cNvSpPr>
          <p:nvPr>
            <p:ph type="sldNum" sz="quarter" idx="12"/>
          </p:nvPr>
        </p:nvSpPr>
        <p:spPr/>
        <p:txBody>
          <a:bodyPr/>
          <a:lstStyle/>
          <a:p>
            <a:fld id="{4D72B126-7D77-4CE2-94CF-1C54AFF6F521}" type="slidenum">
              <a:rPr lang="en-SE" smtClean="0"/>
              <a:t>‹#›</a:t>
            </a:fld>
            <a:endParaRPr lang="en-SE"/>
          </a:p>
        </p:txBody>
      </p:sp>
    </p:spTree>
    <p:extLst>
      <p:ext uri="{BB962C8B-B14F-4D97-AF65-F5344CB8AC3E}">
        <p14:creationId xmlns:p14="http://schemas.microsoft.com/office/powerpoint/2010/main" val="3327112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F443B-2CE2-2179-5AF6-72B8343143DC}"/>
              </a:ext>
            </a:extLst>
          </p:cNvPr>
          <p:cNvSpPr>
            <a:spLocks noGrp="1"/>
          </p:cNvSpPr>
          <p:nvPr>
            <p:ph type="title"/>
          </p:nvPr>
        </p:nvSpPr>
        <p:spPr/>
        <p:txBody>
          <a:bodyPr/>
          <a:lstStyle/>
          <a:p>
            <a:r>
              <a:rPr lang="en-US"/>
              <a:t>Click to edit Master title style</a:t>
            </a:r>
            <a:endParaRPr lang="en-SE"/>
          </a:p>
        </p:txBody>
      </p:sp>
      <p:sp>
        <p:nvSpPr>
          <p:cNvPr id="3" name="Content Placeholder 2">
            <a:extLst>
              <a:ext uri="{FF2B5EF4-FFF2-40B4-BE49-F238E27FC236}">
                <a16:creationId xmlns:a16="http://schemas.microsoft.com/office/drawing/2014/main" id="{B6834AF4-B822-BF06-7433-9DFA77E750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3858672B-49D7-713D-D272-1CEC14912C97}"/>
              </a:ext>
            </a:extLst>
          </p:cNvPr>
          <p:cNvSpPr>
            <a:spLocks noGrp="1"/>
          </p:cNvSpPr>
          <p:nvPr>
            <p:ph type="dt" sz="half" idx="10"/>
          </p:nvPr>
        </p:nvSpPr>
        <p:spPr/>
        <p:txBody>
          <a:bodyPr/>
          <a:lstStyle/>
          <a:p>
            <a:fld id="{2951BCCC-5E72-49B2-853C-B484A5EAB1DF}" type="datetimeFigureOut">
              <a:rPr lang="en-SE" smtClean="0"/>
              <a:t>2025-12-04</a:t>
            </a:fld>
            <a:endParaRPr lang="en-SE"/>
          </a:p>
        </p:txBody>
      </p:sp>
      <p:sp>
        <p:nvSpPr>
          <p:cNvPr id="5" name="Footer Placeholder 4">
            <a:extLst>
              <a:ext uri="{FF2B5EF4-FFF2-40B4-BE49-F238E27FC236}">
                <a16:creationId xmlns:a16="http://schemas.microsoft.com/office/drawing/2014/main" id="{7A278C6A-0882-A275-414D-397C5CC808C3}"/>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08FC6FB8-C9E3-CFAD-E7FF-8EC221B58B34}"/>
              </a:ext>
            </a:extLst>
          </p:cNvPr>
          <p:cNvSpPr>
            <a:spLocks noGrp="1"/>
          </p:cNvSpPr>
          <p:nvPr>
            <p:ph type="sldNum" sz="quarter" idx="12"/>
          </p:nvPr>
        </p:nvSpPr>
        <p:spPr/>
        <p:txBody>
          <a:bodyPr/>
          <a:lstStyle/>
          <a:p>
            <a:fld id="{4D72B126-7D77-4CE2-94CF-1C54AFF6F521}" type="slidenum">
              <a:rPr lang="en-SE" smtClean="0"/>
              <a:t>‹#›</a:t>
            </a:fld>
            <a:endParaRPr lang="en-SE"/>
          </a:p>
        </p:txBody>
      </p:sp>
    </p:spTree>
    <p:extLst>
      <p:ext uri="{BB962C8B-B14F-4D97-AF65-F5344CB8AC3E}">
        <p14:creationId xmlns:p14="http://schemas.microsoft.com/office/powerpoint/2010/main" val="3854385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4B46C-9E0F-9448-4E82-80375EB4E3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E"/>
          </a:p>
        </p:txBody>
      </p:sp>
      <p:sp>
        <p:nvSpPr>
          <p:cNvPr id="3" name="Text Placeholder 2">
            <a:extLst>
              <a:ext uri="{FF2B5EF4-FFF2-40B4-BE49-F238E27FC236}">
                <a16:creationId xmlns:a16="http://schemas.microsoft.com/office/drawing/2014/main" id="{8E2A4FF6-8171-59FE-1418-9663203B7B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EA4EAA-A79B-5EB7-84BE-E2B1F7DAB837}"/>
              </a:ext>
            </a:extLst>
          </p:cNvPr>
          <p:cNvSpPr>
            <a:spLocks noGrp="1"/>
          </p:cNvSpPr>
          <p:nvPr>
            <p:ph type="dt" sz="half" idx="10"/>
          </p:nvPr>
        </p:nvSpPr>
        <p:spPr/>
        <p:txBody>
          <a:bodyPr/>
          <a:lstStyle/>
          <a:p>
            <a:fld id="{2951BCCC-5E72-49B2-853C-B484A5EAB1DF}" type="datetimeFigureOut">
              <a:rPr lang="en-SE" smtClean="0"/>
              <a:t>2025-12-04</a:t>
            </a:fld>
            <a:endParaRPr lang="en-SE"/>
          </a:p>
        </p:txBody>
      </p:sp>
      <p:sp>
        <p:nvSpPr>
          <p:cNvPr id="5" name="Footer Placeholder 4">
            <a:extLst>
              <a:ext uri="{FF2B5EF4-FFF2-40B4-BE49-F238E27FC236}">
                <a16:creationId xmlns:a16="http://schemas.microsoft.com/office/drawing/2014/main" id="{C4341EA1-B047-D001-190B-090A32F2CDB4}"/>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C7541D76-0D61-8424-4BE1-66954DFF29FA}"/>
              </a:ext>
            </a:extLst>
          </p:cNvPr>
          <p:cNvSpPr>
            <a:spLocks noGrp="1"/>
          </p:cNvSpPr>
          <p:nvPr>
            <p:ph type="sldNum" sz="quarter" idx="12"/>
          </p:nvPr>
        </p:nvSpPr>
        <p:spPr/>
        <p:txBody>
          <a:bodyPr/>
          <a:lstStyle/>
          <a:p>
            <a:fld id="{4D72B126-7D77-4CE2-94CF-1C54AFF6F521}" type="slidenum">
              <a:rPr lang="en-SE" smtClean="0"/>
              <a:t>‹#›</a:t>
            </a:fld>
            <a:endParaRPr lang="en-SE"/>
          </a:p>
        </p:txBody>
      </p:sp>
    </p:spTree>
    <p:extLst>
      <p:ext uri="{BB962C8B-B14F-4D97-AF65-F5344CB8AC3E}">
        <p14:creationId xmlns:p14="http://schemas.microsoft.com/office/powerpoint/2010/main" val="4201182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84854-9B96-5E17-2094-877D1BF711F8}"/>
              </a:ext>
            </a:extLst>
          </p:cNvPr>
          <p:cNvSpPr>
            <a:spLocks noGrp="1"/>
          </p:cNvSpPr>
          <p:nvPr>
            <p:ph type="title"/>
          </p:nvPr>
        </p:nvSpPr>
        <p:spPr/>
        <p:txBody>
          <a:bodyPr/>
          <a:lstStyle/>
          <a:p>
            <a:r>
              <a:rPr lang="en-US"/>
              <a:t>Click to edit Master title style</a:t>
            </a:r>
            <a:endParaRPr lang="en-SE"/>
          </a:p>
        </p:txBody>
      </p:sp>
      <p:sp>
        <p:nvSpPr>
          <p:cNvPr id="3" name="Content Placeholder 2">
            <a:extLst>
              <a:ext uri="{FF2B5EF4-FFF2-40B4-BE49-F238E27FC236}">
                <a16:creationId xmlns:a16="http://schemas.microsoft.com/office/drawing/2014/main" id="{C8191EE2-AD0A-BB09-FE21-BA16D4275E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Content Placeholder 3">
            <a:extLst>
              <a:ext uri="{FF2B5EF4-FFF2-40B4-BE49-F238E27FC236}">
                <a16:creationId xmlns:a16="http://schemas.microsoft.com/office/drawing/2014/main" id="{49E6AC61-78D6-10C0-C845-517384160B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5" name="Date Placeholder 4">
            <a:extLst>
              <a:ext uri="{FF2B5EF4-FFF2-40B4-BE49-F238E27FC236}">
                <a16:creationId xmlns:a16="http://schemas.microsoft.com/office/drawing/2014/main" id="{4E5D57FA-1BDB-1ABC-1B20-9F2CA51C0EC6}"/>
              </a:ext>
            </a:extLst>
          </p:cNvPr>
          <p:cNvSpPr>
            <a:spLocks noGrp="1"/>
          </p:cNvSpPr>
          <p:nvPr>
            <p:ph type="dt" sz="half" idx="10"/>
          </p:nvPr>
        </p:nvSpPr>
        <p:spPr/>
        <p:txBody>
          <a:bodyPr/>
          <a:lstStyle/>
          <a:p>
            <a:fld id="{2951BCCC-5E72-49B2-853C-B484A5EAB1DF}" type="datetimeFigureOut">
              <a:rPr lang="en-SE" smtClean="0"/>
              <a:t>2025-12-04</a:t>
            </a:fld>
            <a:endParaRPr lang="en-SE"/>
          </a:p>
        </p:txBody>
      </p:sp>
      <p:sp>
        <p:nvSpPr>
          <p:cNvPr id="6" name="Footer Placeholder 5">
            <a:extLst>
              <a:ext uri="{FF2B5EF4-FFF2-40B4-BE49-F238E27FC236}">
                <a16:creationId xmlns:a16="http://schemas.microsoft.com/office/drawing/2014/main" id="{9C7B9549-0954-5165-53A0-1B15A98C6E34}"/>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28C48780-7A3C-341B-4874-E74A69C404EE}"/>
              </a:ext>
            </a:extLst>
          </p:cNvPr>
          <p:cNvSpPr>
            <a:spLocks noGrp="1"/>
          </p:cNvSpPr>
          <p:nvPr>
            <p:ph type="sldNum" sz="quarter" idx="12"/>
          </p:nvPr>
        </p:nvSpPr>
        <p:spPr/>
        <p:txBody>
          <a:bodyPr/>
          <a:lstStyle/>
          <a:p>
            <a:fld id="{4D72B126-7D77-4CE2-94CF-1C54AFF6F521}" type="slidenum">
              <a:rPr lang="en-SE" smtClean="0"/>
              <a:t>‹#›</a:t>
            </a:fld>
            <a:endParaRPr lang="en-SE"/>
          </a:p>
        </p:txBody>
      </p:sp>
    </p:spTree>
    <p:extLst>
      <p:ext uri="{BB962C8B-B14F-4D97-AF65-F5344CB8AC3E}">
        <p14:creationId xmlns:p14="http://schemas.microsoft.com/office/powerpoint/2010/main" val="2492659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55821-C35E-18B9-0B2D-0560FA75AD87}"/>
              </a:ext>
            </a:extLst>
          </p:cNvPr>
          <p:cNvSpPr>
            <a:spLocks noGrp="1"/>
          </p:cNvSpPr>
          <p:nvPr>
            <p:ph type="title"/>
          </p:nvPr>
        </p:nvSpPr>
        <p:spPr>
          <a:xfrm>
            <a:off x="839788" y="365125"/>
            <a:ext cx="10515600" cy="1325563"/>
          </a:xfrm>
        </p:spPr>
        <p:txBody>
          <a:bodyPr/>
          <a:lstStyle/>
          <a:p>
            <a:r>
              <a:rPr lang="en-US"/>
              <a:t>Click to edit Master title style</a:t>
            </a:r>
            <a:endParaRPr lang="en-SE"/>
          </a:p>
        </p:txBody>
      </p:sp>
      <p:sp>
        <p:nvSpPr>
          <p:cNvPr id="3" name="Text Placeholder 2">
            <a:extLst>
              <a:ext uri="{FF2B5EF4-FFF2-40B4-BE49-F238E27FC236}">
                <a16:creationId xmlns:a16="http://schemas.microsoft.com/office/drawing/2014/main" id="{B100C70F-7443-2363-5756-79B7A59793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BFA739-5B51-FB12-644E-4DA639155C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5" name="Text Placeholder 4">
            <a:extLst>
              <a:ext uri="{FF2B5EF4-FFF2-40B4-BE49-F238E27FC236}">
                <a16:creationId xmlns:a16="http://schemas.microsoft.com/office/drawing/2014/main" id="{D8D60DE1-5DE1-D5FE-AB88-5C03476204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ED92F4-46B9-6C6B-C867-F108DFC854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7" name="Date Placeholder 6">
            <a:extLst>
              <a:ext uri="{FF2B5EF4-FFF2-40B4-BE49-F238E27FC236}">
                <a16:creationId xmlns:a16="http://schemas.microsoft.com/office/drawing/2014/main" id="{4B6F345D-CD9D-0869-8D19-FBC7CBD21563}"/>
              </a:ext>
            </a:extLst>
          </p:cNvPr>
          <p:cNvSpPr>
            <a:spLocks noGrp="1"/>
          </p:cNvSpPr>
          <p:nvPr>
            <p:ph type="dt" sz="half" idx="10"/>
          </p:nvPr>
        </p:nvSpPr>
        <p:spPr/>
        <p:txBody>
          <a:bodyPr/>
          <a:lstStyle/>
          <a:p>
            <a:fld id="{2951BCCC-5E72-49B2-853C-B484A5EAB1DF}" type="datetimeFigureOut">
              <a:rPr lang="en-SE" smtClean="0"/>
              <a:t>2025-12-04</a:t>
            </a:fld>
            <a:endParaRPr lang="en-SE"/>
          </a:p>
        </p:txBody>
      </p:sp>
      <p:sp>
        <p:nvSpPr>
          <p:cNvPr id="8" name="Footer Placeholder 7">
            <a:extLst>
              <a:ext uri="{FF2B5EF4-FFF2-40B4-BE49-F238E27FC236}">
                <a16:creationId xmlns:a16="http://schemas.microsoft.com/office/drawing/2014/main" id="{05B8B743-6D56-FC72-73A8-5F2F4821E03D}"/>
              </a:ext>
            </a:extLst>
          </p:cNvPr>
          <p:cNvSpPr>
            <a:spLocks noGrp="1"/>
          </p:cNvSpPr>
          <p:nvPr>
            <p:ph type="ftr" sz="quarter" idx="11"/>
          </p:nvPr>
        </p:nvSpPr>
        <p:spPr/>
        <p:txBody>
          <a:bodyPr/>
          <a:lstStyle/>
          <a:p>
            <a:endParaRPr lang="en-SE"/>
          </a:p>
        </p:txBody>
      </p:sp>
      <p:sp>
        <p:nvSpPr>
          <p:cNvPr id="9" name="Slide Number Placeholder 8">
            <a:extLst>
              <a:ext uri="{FF2B5EF4-FFF2-40B4-BE49-F238E27FC236}">
                <a16:creationId xmlns:a16="http://schemas.microsoft.com/office/drawing/2014/main" id="{93CFA54F-F530-F5F4-0D7D-138E1E58D11C}"/>
              </a:ext>
            </a:extLst>
          </p:cNvPr>
          <p:cNvSpPr>
            <a:spLocks noGrp="1"/>
          </p:cNvSpPr>
          <p:nvPr>
            <p:ph type="sldNum" sz="quarter" idx="12"/>
          </p:nvPr>
        </p:nvSpPr>
        <p:spPr/>
        <p:txBody>
          <a:bodyPr/>
          <a:lstStyle/>
          <a:p>
            <a:fld id="{4D72B126-7D77-4CE2-94CF-1C54AFF6F521}" type="slidenum">
              <a:rPr lang="en-SE" smtClean="0"/>
              <a:t>‹#›</a:t>
            </a:fld>
            <a:endParaRPr lang="en-SE"/>
          </a:p>
        </p:txBody>
      </p:sp>
    </p:spTree>
    <p:extLst>
      <p:ext uri="{BB962C8B-B14F-4D97-AF65-F5344CB8AC3E}">
        <p14:creationId xmlns:p14="http://schemas.microsoft.com/office/powerpoint/2010/main" val="4213637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4524E-B20A-52C3-A301-6BB93A72DC54}"/>
              </a:ext>
            </a:extLst>
          </p:cNvPr>
          <p:cNvSpPr>
            <a:spLocks noGrp="1"/>
          </p:cNvSpPr>
          <p:nvPr>
            <p:ph type="title"/>
          </p:nvPr>
        </p:nvSpPr>
        <p:spPr/>
        <p:txBody>
          <a:bodyPr/>
          <a:lstStyle/>
          <a:p>
            <a:r>
              <a:rPr lang="en-US"/>
              <a:t>Click to edit Master title style</a:t>
            </a:r>
            <a:endParaRPr lang="en-SE"/>
          </a:p>
        </p:txBody>
      </p:sp>
      <p:sp>
        <p:nvSpPr>
          <p:cNvPr id="3" name="Date Placeholder 2">
            <a:extLst>
              <a:ext uri="{FF2B5EF4-FFF2-40B4-BE49-F238E27FC236}">
                <a16:creationId xmlns:a16="http://schemas.microsoft.com/office/drawing/2014/main" id="{7BB61DE0-B11E-85AD-B3F0-9772ED1EF070}"/>
              </a:ext>
            </a:extLst>
          </p:cNvPr>
          <p:cNvSpPr>
            <a:spLocks noGrp="1"/>
          </p:cNvSpPr>
          <p:nvPr>
            <p:ph type="dt" sz="half" idx="10"/>
          </p:nvPr>
        </p:nvSpPr>
        <p:spPr/>
        <p:txBody>
          <a:bodyPr/>
          <a:lstStyle/>
          <a:p>
            <a:fld id="{2951BCCC-5E72-49B2-853C-B484A5EAB1DF}" type="datetimeFigureOut">
              <a:rPr lang="en-SE" smtClean="0"/>
              <a:t>2025-12-04</a:t>
            </a:fld>
            <a:endParaRPr lang="en-SE"/>
          </a:p>
        </p:txBody>
      </p:sp>
      <p:sp>
        <p:nvSpPr>
          <p:cNvPr id="4" name="Footer Placeholder 3">
            <a:extLst>
              <a:ext uri="{FF2B5EF4-FFF2-40B4-BE49-F238E27FC236}">
                <a16:creationId xmlns:a16="http://schemas.microsoft.com/office/drawing/2014/main" id="{C6052289-EC96-321C-6A7F-6B02F4A5F365}"/>
              </a:ext>
            </a:extLst>
          </p:cNvPr>
          <p:cNvSpPr>
            <a:spLocks noGrp="1"/>
          </p:cNvSpPr>
          <p:nvPr>
            <p:ph type="ftr" sz="quarter" idx="11"/>
          </p:nvPr>
        </p:nvSpPr>
        <p:spPr/>
        <p:txBody>
          <a:bodyPr/>
          <a:lstStyle/>
          <a:p>
            <a:endParaRPr lang="en-SE"/>
          </a:p>
        </p:txBody>
      </p:sp>
      <p:sp>
        <p:nvSpPr>
          <p:cNvPr id="5" name="Slide Number Placeholder 4">
            <a:extLst>
              <a:ext uri="{FF2B5EF4-FFF2-40B4-BE49-F238E27FC236}">
                <a16:creationId xmlns:a16="http://schemas.microsoft.com/office/drawing/2014/main" id="{B85099AB-64A1-6A89-69C3-C0AB307E12FF}"/>
              </a:ext>
            </a:extLst>
          </p:cNvPr>
          <p:cNvSpPr>
            <a:spLocks noGrp="1"/>
          </p:cNvSpPr>
          <p:nvPr>
            <p:ph type="sldNum" sz="quarter" idx="12"/>
          </p:nvPr>
        </p:nvSpPr>
        <p:spPr/>
        <p:txBody>
          <a:bodyPr/>
          <a:lstStyle/>
          <a:p>
            <a:fld id="{4D72B126-7D77-4CE2-94CF-1C54AFF6F521}" type="slidenum">
              <a:rPr lang="en-SE" smtClean="0"/>
              <a:t>‹#›</a:t>
            </a:fld>
            <a:endParaRPr lang="en-SE"/>
          </a:p>
        </p:txBody>
      </p:sp>
    </p:spTree>
    <p:extLst>
      <p:ext uri="{BB962C8B-B14F-4D97-AF65-F5344CB8AC3E}">
        <p14:creationId xmlns:p14="http://schemas.microsoft.com/office/powerpoint/2010/main" val="426387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DB0AD6-7E7B-4BFC-ADFD-1CEA45D3ADA3}"/>
              </a:ext>
            </a:extLst>
          </p:cNvPr>
          <p:cNvSpPr>
            <a:spLocks noGrp="1"/>
          </p:cNvSpPr>
          <p:nvPr>
            <p:ph type="dt" sz="half" idx="10"/>
          </p:nvPr>
        </p:nvSpPr>
        <p:spPr/>
        <p:txBody>
          <a:bodyPr/>
          <a:lstStyle/>
          <a:p>
            <a:fld id="{2951BCCC-5E72-49B2-853C-B484A5EAB1DF}" type="datetimeFigureOut">
              <a:rPr lang="en-SE" smtClean="0"/>
              <a:t>2025-12-04</a:t>
            </a:fld>
            <a:endParaRPr lang="en-SE"/>
          </a:p>
        </p:txBody>
      </p:sp>
      <p:sp>
        <p:nvSpPr>
          <p:cNvPr id="3" name="Footer Placeholder 2">
            <a:extLst>
              <a:ext uri="{FF2B5EF4-FFF2-40B4-BE49-F238E27FC236}">
                <a16:creationId xmlns:a16="http://schemas.microsoft.com/office/drawing/2014/main" id="{897EFC04-B425-C751-64F6-63485BC52084}"/>
              </a:ext>
            </a:extLst>
          </p:cNvPr>
          <p:cNvSpPr>
            <a:spLocks noGrp="1"/>
          </p:cNvSpPr>
          <p:nvPr>
            <p:ph type="ftr" sz="quarter" idx="11"/>
          </p:nvPr>
        </p:nvSpPr>
        <p:spPr/>
        <p:txBody>
          <a:bodyPr/>
          <a:lstStyle/>
          <a:p>
            <a:endParaRPr lang="en-SE"/>
          </a:p>
        </p:txBody>
      </p:sp>
      <p:sp>
        <p:nvSpPr>
          <p:cNvPr id="4" name="Slide Number Placeholder 3">
            <a:extLst>
              <a:ext uri="{FF2B5EF4-FFF2-40B4-BE49-F238E27FC236}">
                <a16:creationId xmlns:a16="http://schemas.microsoft.com/office/drawing/2014/main" id="{CB9A9933-A49C-34EE-D1DC-DF7CFBA6133D}"/>
              </a:ext>
            </a:extLst>
          </p:cNvPr>
          <p:cNvSpPr>
            <a:spLocks noGrp="1"/>
          </p:cNvSpPr>
          <p:nvPr>
            <p:ph type="sldNum" sz="quarter" idx="12"/>
          </p:nvPr>
        </p:nvSpPr>
        <p:spPr/>
        <p:txBody>
          <a:bodyPr/>
          <a:lstStyle/>
          <a:p>
            <a:fld id="{4D72B126-7D77-4CE2-94CF-1C54AFF6F521}" type="slidenum">
              <a:rPr lang="en-SE" smtClean="0"/>
              <a:t>‹#›</a:t>
            </a:fld>
            <a:endParaRPr lang="en-SE"/>
          </a:p>
        </p:txBody>
      </p:sp>
    </p:spTree>
    <p:extLst>
      <p:ext uri="{BB962C8B-B14F-4D97-AF65-F5344CB8AC3E}">
        <p14:creationId xmlns:p14="http://schemas.microsoft.com/office/powerpoint/2010/main" val="1630025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74BD4-0381-8AC9-75F4-5DEDD2F686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E"/>
          </a:p>
        </p:txBody>
      </p:sp>
      <p:sp>
        <p:nvSpPr>
          <p:cNvPr id="3" name="Content Placeholder 2">
            <a:extLst>
              <a:ext uri="{FF2B5EF4-FFF2-40B4-BE49-F238E27FC236}">
                <a16:creationId xmlns:a16="http://schemas.microsoft.com/office/drawing/2014/main" id="{663F1EBA-BF99-68A7-DDB9-251DC47404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Text Placeholder 3">
            <a:extLst>
              <a:ext uri="{FF2B5EF4-FFF2-40B4-BE49-F238E27FC236}">
                <a16:creationId xmlns:a16="http://schemas.microsoft.com/office/drawing/2014/main" id="{8C07BC60-1189-D497-A5CC-1EE5D8AD44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231699-4892-798B-4720-4A78222398C9}"/>
              </a:ext>
            </a:extLst>
          </p:cNvPr>
          <p:cNvSpPr>
            <a:spLocks noGrp="1"/>
          </p:cNvSpPr>
          <p:nvPr>
            <p:ph type="dt" sz="half" idx="10"/>
          </p:nvPr>
        </p:nvSpPr>
        <p:spPr/>
        <p:txBody>
          <a:bodyPr/>
          <a:lstStyle/>
          <a:p>
            <a:fld id="{2951BCCC-5E72-49B2-853C-B484A5EAB1DF}" type="datetimeFigureOut">
              <a:rPr lang="en-SE" smtClean="0"/>
              <a:t>2025-12-04</a:t>
            </a:fld>
            <a:endParaRPr lang="en-SE"/>
          </a:p>
        </p:txBody>
      </p:sp>
      <p:sp>
        <p:nvSpPr>
          <p:cNvPr id="6" name="Footer Placeholder 5">
            <a:extLst>
              <a:ext uri="{FF2B5EF4-FFF2-40B4-BE49-F238E27FC236}">
                <a16:creationId xmlns:a16="http://schemas.microsoft.com/office/drawing/2014/main" id="{C9EF7F53-ABF7-16D9-9148-F4A4BEEEFC2D}"/>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B5704ECA-8306-88B2-2451-9C8B9FCE6BEE}"/>
              </a:ext>
            </a:extLst>
          </p:cNvPr>
          <p:cNvSpPr>
            <a:spLocks noGrp="1"/>
          </p:cNvSpPr>
          <p:nvPr>
            <p:ph type="sldNum" sz="quarter" idx="12"/>
          </p:nvPr>
        </p:nvSpPr>
        <p:spPr/>
        <p:txBody>
          <a:bodyPr/>
          <a:lstStyle/>
          <a:p>
            <a:fld id="{4D72B126-7D77-4CE2-94CF-1C54AFF6F521}" type="slidenum">
              <a:rPr lang="en-SE" smtClean="0"/>
              <a:t>‹#›</a:t>
            </a:fld>
            <a:endParaRPr lang="en-SE"/>
          </a:p>
        </p:txBody>
      </p:sp>
    </p:spTree>
    <p:extLst>
      <p:ext uri="{BB962C8B-B14F-4D97-AF65-F5344CB8AC3E}">
        <p14:creationId xmlns:p14="http://schemas.microsoft.com/office/powerpoint/2010/main" val="2856431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643DE-AD26-68B4-B8F9-0FFF8936D6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E"/>
          </a:p>
        </p:txBody>
      </p:sp>
      <p:sp>
        <p:nvSpPr>
          <p:cNvPr id="3" name="Picture Placeholder 2">
            <a:extLst>
              <a:ext uri="{FF2B5EF4-FFF2-40B4-BE49-F238E27FC236}">
                <a16:creationId xmlns:a16="http://schemas.microsoft.com/office/drawing/2014/main" id="{78351043-FC17-6062-DA86-19064664D9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E"/>
          </a:p>
        </p:txBody>
      </p:sp>
      <p:sp>
        <p:nvSpPr>
          <p:cNvPr id="4" name="Text Placeholder 3">
            <a:extLst>
              <a:ext uri="{FF2B5EF4-FFF2-40B4-BE49-F238E27FC236}">
                <a16:creationId xmlns:a16="http://schemas.microsoft.com/office/drawing/2014/main" id="{6691A9E8-0F76-1F56-C30A-A6F2173935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8E987E-9612-337D-2187-A2BCE31403FA}"/>
              </a:ext>
            </a:extLst>
          </p:cNvPr>
          <p:cNvSpPr>
            <a:spLocks noGrp="1"/>
          </p:cNvSpPr>
          <p:nvPr>
            <p:ph type="dt" sz="half" idx="10"/>
          </p:nvPr>
        </p:nvSpPr>
        <p:spPr/>
        <p:txBody>
          <a:bodyPr/>
          <a:lstStyle/>
          <a:p>
            <a:fld id="{2951BCCC-5E72-49B2-853C-B484A5EAB1DF}" type="datetimeFigureOut">
              <a:rPr lang="en-SE" smtClean="0"/>
              <a:t>2025-12-04</a:t>
            </a:fld>
            <a:endParaRPr lang="en-SE"/>
          </a:p>
        </p:txBody>
      </p:sp>
      <p:sp>
        <p:nvSpPr>
          <p:cNvPr id="6" name="Footer Placeholder 5">
            <a:extLst>
              <a:ext uri="{FF2B5EF4-FFF2-40B4-BE49-F238E27FC236}">
                <a16:creationId xmlns:a16="http://schemas.microsoft.com/office/drawing/2014/main" id="{5C80AF24-34DF-C593-EE29-BEC95AE8224C}"/>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77C74409-A946-1BAF-32AD-F68AE11AD97F}"/>
              </a:ext>
            </a:extLst>
          </p:cNvPr>
          <p:cNvSpPr>
            <a:spLocks noGrp="1"/>
          </p:cNvSpPr>
          <p:nvPr>
            <p:ph type="sldNum" sz="quarter" idx="12"/>
          </p:nvPr>
        </p:nvSpPr>
        <p:spPr/>
        <p:txBody>
          <a:bodyPr/>
          <a:lstStyle/>
          <a:p>
            <a:fld id="{4D72B126-7D77-4CE2-94CF-1C54AFF6F521}" type="slidenum">
              <a:rPr lang="en-SE" smtClean="0"/>
              <a:t>‹#›</a:t>
            </a:fld>
            <a:endParaRPr lang="en-SE"/>
          </a:p>
        </p:txBody>
      </p:sp>
    </p:spTree>
    <p:extLst>
      <p:ext uri="{BB962C8B-B14F-4D97-AF65-F5344CB8AC3E}">
        <p14:creationId xmlns:p14="http://schemas.microsoft.com/office/powerpoint/2010/main" val="3761995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E2A5C-4D30-D2F9-C81A-510F996B8BCE}"/>
              </a:ext>
            </a:extLst>
          </p:cNvPr>
          <p:cNvSpPr>
            <a:spLocks noGrp="1"/>
          </p:cNvSpPr>
          <p:nvPr>
            <p:ph type="title"/>
          </p:nvPr>
        </p:nvSpPr>
        <p:spPr/>
        <p:txBody>
          <a:bodyPr/>
          <a:lstStyle/>
          <a:p>
            <a:r>
              <a:rPr lang="en-US"/>
              <a:t>Click to edit Master title style</a:t>
            </a:r>
            <a:endParaRPr lang="en-SE"/>
          </a:p>
        </p:txBody>
      </p:sp>
      <p:sp>
        <p:nvSpPr>
          <p:cNvPr id="3" name="Vertical Text Placeholder 2">
            <a:extLst>
              <a:ext uri="{FF2B5EF4-FFF2-40B4-BE49-F238E27FC236}">
                <a16:creationId xmlns:a16="http://schemas.microsoft.com/office/drawing/2014/main" id="{8F0F9648-20CE-25CD-7030-776429C9AB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EC609316-8E45-922C-4611-495EAAE9112C}"/>
              </a:ext>
            </a:extLst>
          </p:cNvPr>
          <p:cNvSpPr>
            <a:spLocks noGrp="1"/>
          </p:cNvSpPr>
          <p:nvPr>
            <p:ph type="dt" sz="half" idx="10"/>
          </p:nvPr>
        </p:nvSpPr>
        <p:spPr/>
        <p:txBody>
          <a:bodyPr/>
          <a:lstStyle/>
          <a:p>
            <a:fld id="{2951BCCC-5E72-49B2-853C-B484A5EAB1DF}" type="datetimeFigureOut">
              <a:rPr lang="en-SE" smtClean="0"/>
              <a:t>2025-12-04</a:t>
            </a:fld>
            <a:endParaRPr lang="en-SE"/>
          </a:p>
        </p:txBody>
      </p:sp>
      <p:sp>
        <p:nvSpPr>
          <p:cNvPr id="5" name="Footer Placeholder 4">
            <a:extLst>
              <a:ext uri="{FF2B5EF4-FFF2-40B4-BE49-F238E27FC236}">
                <a16:creationId xmlns:a16="http://schemas.microsoft.com/office/drawing/2014/main" id="{79A9C4B0-95C9-C62F-7B83-57FDE035FFFF}"/>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B07FF4C5-3C4C-F8EF-D586-90CE21A06C5E}"/>
              </a:ext>
            </a:extLst>
          </p:cNvPr>
          <p:cNvSpPr>
            <a:spLocks noGrp="1"/>
          </p:cNvSpPr>
          <p:nvPr>
            <p:ph type="sldNum" sz="quarter" idx="12"/>
          </p:nvPr>
        </p:nvSpPr>
        <p:spPr/>
        <p:txBody>
          <a:bodyPr/>
          <a:lstStyle/>
          <a:p>
            <a:fld id="{4D72B126-7D77-4CE2-94CF-1C54AFF6F521}" type="slidenum">
              <a:rPr lang="en-SE" smtClean="0"/>
              <a:t>‹#›</a:t>
            </a:fld>
            <a:endParaRPr lang="en-SE"/>
          </a:p>
        </p:txBody>
      </p:sp>
    </p:spTree>
    <p:extLst>
      <p:ext uri="{BB962C8B-B14F-4D97-AF65-F5344CB8AC3E}">
        <p14:creationId xmlns:p14="http://schemas.microsoft.com/office/powerpoint/2010/main" val="981155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A672A7-3961-7D83-2858-AF4919E857B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E"/>
          </a:p>
        </p:txBody>
      </p:sp>
      <p:sp>
        <p:nvSpPr>
          <p:cNvPr id="3" name="Vertical Text Placeholder 2">
            <a:extLst>
              <a:ext uri="{FF2B5EF4-FFF2-40B4-BE49-F238E27FC236}">
                <a16:creationId xmlns:a16="http://schemas.microsoft.com/office/drawing/2014/main" id="{0CA8D0FD-D65F-3976-268A-C06977EB9D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C1A23E92-B61B-7E50-9A9C-E0FB4324270E}"/>
              </a:ext>
            </a:extLst>
          </p:cNvPr>
          <p:cNvSpPr>
            <a:spLocks noGrp="1"/>
          </p:cNvSpPr>
          <p:nvPr>
            <p:ph type="dt" sz="half" idx="10"/>
          </p:nvPr>
        </p:nvSpPr>
        <p:spPr/>
        <p:txBody>
          <a:bodyPr/>
          <a:lstStyle/>
          <a:p>
            <a:fld id="{2951BCCC-5E72-49B2-853C-B484A5EAB1DF}" type="datetimeFigureOut">
              <a:rPr lang="en-SE" smtClean="0"/>
              <a:t>2025-12-04</a:t>
            </a:fld>
            <a:endParaRPr lang="en-SE"/>
          </a:p>
        </p:txBody>
      </p:sp>
      <p:sp>
        <p:nvSpPr>
          <p:cNvPr id="5" name="Footer Placeholder 4">
            <a:extLst>
              <a:ext uri="{FF2B5EF4-FFF2-40B4-BE49-F238E27FC236}">
                <a16:creationId xmlns:a16="http://schemas.microsoft.com/office/drawing/2014/main" id="{608F9F25-E3D8-6D3D-367F-D615A36FC3DF}"/>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4FDA098D-F36F-6837-67FD-C92C86FAAE52}"/>
              </a:ext>
            </a:extLst>
          </p:cNvPr>
          <p:cNvSpPr>
            <a:spLocks noGrp="1"/>
          </p:cNvSpPr>
          <p:nvPr>
            <p:ph type="sldNum" sz="quarter" idx="12"/>
          </p:nvPr>
        </p:nvSpPr>
        <p:spPr/>
        <p:txBody>
          <a:bodyPr/>
          <a:lstStyle/>
          <a:p>
            <a:fld id="{4D72B126-7D77-4CE2-94CF-1C54AFF6F521}" type="slidenum">
              <a:rPr lang="en-SE" smtClean="0"/>
              <a:t>‹#›</a:t>
            </a:fld>
            <a:endParaRPr lang="en-SE"/>
          </a:p>
        </p:txBody>
      </p:sp>
    </p:spTree>
    <p:extLst>
      <p:ext uri="{BB962C8B-B14F-4D97-AF65-F5344CB8AC3E}">
        <p14:creationId xmlns:p14="http://schemas.microsoft.com/office/powerpoint/2010/main" val="4012186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9EA361-19CD-6BBD-28E7-40E03F95AC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E"/>
          </a:p>
        </p:txBody>
      </p:sp>
      <p:sp>
        <p:nvSpPr>
          <p:cNvPr id="3" name="Text Placeholder 2">
            <a:extLst>
              <a:ext uri="{FF2B5EF4-FFF2-40B4-BE49-F238E27FC236}">
                <a16:creationId xmlns:a16="http://schemas.microsoft.com/office/drawing/2014/main" id="{454C4E57-F7FF-3D7F-E0ED-6F8803BB5C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6C59CE8C-F017-B3BA-21A9-9A06C5AE28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51BCCC-5E72-49B2-853C-B484A5EAB1DF}" type="datetimeFigureOut">
              <a:rPr lang="en-SE" smtClean="0"/>
              <a:t>2025-12-04</a:t>
            </a:fld>
            <a:endParaRPr lang="en-SE"/>
          </a:p>
        </p:txBody>
      </p:sp>
      <p:sp>
        <p:nvSpPr>
          <p:cNvPr id="5" name="Footer Placeholder 4">
            <a:extLst>
              <a:ext uri="{FF2B5EF4-FFF2-40B4-BE49-F238E27FC236}">
                <a16:creationId xmlns:a16="http://schemas.microsoft.com/office/drawing/2014/main" id="{4D47ABF7-A053-2498-D278-3B98D21484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E"/>
          </a:p>
        </p:txBody>
      </p:sp>
      <p:sp>
        <p:nvSpPr>
          <p:cNvPr id="6" name="Slide Number Placeholder 5">
            <a:extLst>
              <a:ext uri="{FF2B5EF4-FFF2-40B4-BE49-F238E27FC236}">
                <a16:creationId xmlns:a16="http://schemas.microsoft.com/office/drawing/2014/main" id="{27445FBD-FC56-E18E-1013-E6BE99AD2C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D72B126-7D77-4CE2-94CF-1C54AFF6F521}" type="slidenum">
              <a:rPr lang="en-SE" smtClean="0"/>
              <a:t>‹#›</a:t>
            </a:fld>
            <a:endParaRPr lang="en-SE"/>
          </a:p>
        </p:txBody>
      </p:sp>
    </p:spTree>
    <p:extLst>
      <p:ext uri="{BB962C8B-B14F-4D97-AF65-F5344CB8AC3E}">
        <p14:creationId xmlns:p14="http://schemas.microsoft.com/office/powerpoint/2010/main" val="20580863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AD630B4-4CCC-7B1D-1803-DAED942D7E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owdered doughnuts with stuffing">
            <a:extLst>
              <a:ext uri="{FF2B5EF4-FFF2-40B4-BE49-F238E27FC236}">
                <a16:creationId xmlns:a16="http://schemas.microsoft.com/office/drawing/2014/main" id="{85FA1DF4-35C6-DA55-1CC5-6B901CB736C9}"/>
              </a:ext>
            </a:extLst>
          </p:cNvPr>
          <p:cNvPicPr>
            <a:picLocks noChangeAspect="1"/>
          </p:cNvPicPr>
          <p:nvPr/>
        </p:nvPicPr>
        <p:blipFill>
          <a:blip r:embed="rId2">
            <a:alphaModFix amt="50000"/>
          </a:blip>
          <a:srcRect t="9107" b="6624"/>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1F189D2D-9517-2F84-904A-BCD2DC7D2739}"/>
              </a:ext>
            </a:extLst>
          </p:cNvPr>
          <p:cNvSpPr>
            <a:spLocks noGrp="1"/>
          </p:cNvSpPr>
          <p:nvPr>
            <p:ph type="ctrTitle"/>
          </p:nvPr>
        </p:nvSpPr>
        <p:spPr>
          <a:xfrm>
            <a:off x="762000" y="1137434"/>
            <a:ext cx="7848600" cy="3204429"/>
          </a:xfrm>
        </p:spPr>
        <p:txBody>
          <a:bodyPr anchor="t">
            <a:normAutofit/>
          </a:bodyPr>
          <a:lstStyle/>
          <a:p>
            <a:pPr algn="l"/>
            <a:r>
              <a:rPr lang="en-GB" sz="4000">
                <a:solidFill>
                  <a:srgbClr val="FFFFFF"/>
                </a:solidFill>
              </a:rPr>
              <a:t>Bayley’s Favourite Baking Recipes</a:t>
            </a:r>
            <a:endParaRPr lang="en-SE" sz="4000">
              <a:solidFill>
                <a:srgbClr val="FFFFFF"/>
              </a:solidFill>
            </a:endParaRPr>
          </a:p>
        </p:txBody>
      </p:sp>
      <p:sp>
        <p:nvSpPr>
          <p:cNvPr id="3" name="Subtitle 2">
            <a:extLst>
              <a:ext uri="{FF2B5EF4-FFF2-40B4-BE49-F238E27FC236}">
                <a16:creationId xmlns:a16="http://schemas.microsoft.com/office/drawing/2014/main" id="{5D87D4AA-6CFA-40FE-94EB-BD78C4CCD02C}"/>
              </a:ext>
            </a:extLst>
          </p:cNvPr>
          <p:cNvSpPr>
            <a:spLocks noGrp="1"/>
          </p:cNvSpPr>
          <p:nvPr>
            <p:ph type="subTitle" idx="1"/>
          </p:nvPr>
        </p:nvSpPr>
        <p:spPr>
          <a:xfrm>
            <a:off x="8882418" y="5365737"/>
            <a:ext cx="5334000" cy="1089423"/>
          </a:xfrm>
        </p:spPr>
        <p:txBody>
          <a:bodyPr anchor="b">
            <a:noAutofit/>
          </a:bodyPr>
          <a:lstStyle/>
          <a:p>
            <a:pPr algn="l"/>
            <a:r>
              <a:rPr lang="en-GB" sz="1200" dirty="0">
                <a:solidFill>
                  <a:srgbClr val="FFFFFF"/>
                </a:solidFill>
              </a:rPr>
              <a:t>Name: Bayley Kryzanowski</a:t>
            </a:r>
          </a:p>
          <a:p>
            <a:pPr algn="l"/>
            <a:r>
              <a:rPr lang="en-GB" sz="1200" dirty="0">
                <a:solidFill>
                  <a:srgbClr val="FFFFFF"/>
                </a:solidFill>
              </a:rPr>
              <a:t>Matriculation Number: 9218772</a:t>
            </a:r>
          </a:p>
          <a:p>
            <a:pPr algn="l"/>
            <a:r>
              <a:rPr lang="en-GB" sz="1200" dirty="0">
                <a:solidFill>
                  <a:srgbClr val="FFFFFF"/>
                </a:solidFill>
              </a:rPr>
              <a:t>Course: Project: Java and Web Development</a:t>
            </a:r>
          </a:p>
          <a:p>
            <a:pPr algn="l"/>
            <a:r>
              <a:rPr lang="en-GB" sz="1200" dirty="0">
                <a:solidFill>
                  <a:srgbClr val="FFFFFF"/>
                </a:solidFill>
              </a:rPr>
              <a:t>Course Number: DLBCSPJWD01</a:t>
            </a:r>
          </a:p>
          <a:p>
            <a:pPr algn="l"/>
            <a:r>
              <a:rPr lang="en-GB" sz="1200" dirty="0">
                <a:solidFill>
                  <a:srgbClr val="FFFFFF"/>
                </a:solidFill>
              </a:rPr>
              <a:t>Phase 1: Conception</a:t>
            </a:r>
          </a:p>
          <a:p>
            <a:pPr algn="l"/>
            <a:r>
              <a:rPr lang="en-GB" sz="1200" dirty="0">
                <a:solidFill>
                  <a:srgbClr val="FFFFFF"/>
                </a:solidFill>
              </a:rPr>
              <a:t>Tutor: Christian Remfert</a:t>
            </a:r>
          </a:p>
          <a:p>
            <a:pPr algn="l"/>
            <a:r>
              <a:rPr lang="en-GB" sz="1200" dirty="0">
                <a:solidFill>
                  <a:srgbClr val="FFFFFF"/>
                </a:solidFill>
              </a:rPr>
              <a:t>Date: December 4, 2025</a:t>
            </a:r>
          </a:p>
        </p:txBody>
      </p:sp>
      <p:cxnSp>
        <p:nvCxnSpPr>
          <p:cNvPr id="11" name="Straight Connector 10">
            <a:extLst>
              <a:ext uri="{FF2B5EF4-FFF2-40B4-BE49-F238E27FC236}">
                <a16:creationId xmlns:a16="http://schemas.microsoft.com/office/drawing/2014/main" id="{49264613-F0F7-08CE-0ADF-98407A64DAE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74580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a:extLst>
              <a:ext uri="{FF2B5EF4-FFF2-40B4-BE49-F238E27FC236}">
                <a16:creationId xmlns:a16="http://schemas.microsoft.com/office/drawing/2014/main" id="{362810D9-2C5A-477D-949C-C19189547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4" name="Picture 23" descr="Top view of a wooden fork and spoon at the edge of a white notebook">
            <a:extLst>
              <a:ext uri="{FF2B5EF4-FFF2-40B4-BE49-F238E27FC236}">
                <a16:creationId xmlns:a16="http://schemas.microsoft.com/office/drawing/2014/main" id="{7D30DEDC-3F3C-99B4-2128-DFB6814EAA13}"/>
              </a:ext>
            </a:extLst>
          </p:cNvPr>
          <p:cNvPicPr>
            <a:picLocks noChangeAspect="1"/>
          </p:cNvPicPr>
          <p:nvPr/>
        </p:nvPicPr>
        <p:blipFill>
          <a:blip r:embed="rId2">
            <a:alphaModFix amt="55000"/>
          </a:blip>
          <a:srcRect t="11623" b="9430"/>
          <a:stretch>
            <a:fillRect/>
          </a:stretch>
        </p:blipFill>
        <p:spPr>
          <a:xfrm>
            <a:off x="20" y="-9107"/>
            <a:ext cx="12191980" cy="6858000"/>
          </a:xfrm>
          <a:prstGeom prst="rect">
            <a:avLst/>
          </a:prstGeom>
        </p:spPr>
      </p:pic>
      <p:sp>
        <p:nvSpPr>
          <p:cNvPr id="2" name="Title 1">
            <a:extLst>
              <a:ext uri="{FF2B5EF4-FFF2-40B4-BE49-F238E27FC236}">
                <a16:creationId xmlns:a16="http://schemas.microsoft.com/office/drawing/2014/main" id="{C9E8938E-6E97-EBED-7073-5D0A9A1FB06C}"/>
              </a:ext>
            </a:extLst>
          </p:cNvPr>
          <p:cNvSpPr>
            <a:spLocks noGrp="1"/>
          </p:cNvSpPr>
          <p:nvPr>
            <p:ph type="title"/>
          </p:nvPr>
        </p:nvSpPr>
        <p:spPr>
          <a:xfrm>
            <a:off x="686834" y="591344"/>
            <a:ext cx="3200400" cy="5585619"/>
          </a:xfrm>
        </p:spPr>
        <p:txBody>
          <a:bodyPr>
            <a:normAutofit/>
          </a:bodyPr>
          <a:lstStyle/>
          <a:p>
            <a:r>
              <a:rPr lang="en-GB">
                <a:solidFill>
                  <a:srgbClr val="FFFFFF"/>
                </a:solidFill>
              </a:rPr>
              <a:t>Application Purpose and Concept</a:t>
            </a:r>
            <a:endParaRPr lang="en-SE">
              <a:solidFill>
                <a:srgbClr val="FFFFFF"/>
              </a:solidFill>
            </a:endParaRPr>
          </a:p>
        </p:txBody>
      </p:sp>
      <p:sp>
        <p:nvSpPr>
          <p:cNvPr id="30" name="Arc 29">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A33BE52-552A-D57D-2C4E-EC96229F111C}"/>
              </a:ext>
            </a:extLst>
          </p:cNvPr>
          <p:cNvSpPr>
            <a:spLocks noGrp="1"/>
          </p:cNvSpPr>
          <p:nvPr>
            <p:ph idx="1"/>
          </p:nvPr>
        </p:nvSpPr>
        <p:spPr>
          <a:xfrm>
            <a:off x="4447308" y="591344"/>
            <a:ext cx="6906491" cy="5585619"/>
          </a:xfrm>
        </p:spPr>
        <p:txBody>
          <a:bodyPr anchor="ctr">
            <a:normAutofit/>
          </a:bodyPr>
          <a:lstStyle/>
          <a:p>
            <a:r>
              <a:rPr lang="en-GB" dirty="0">
                <a:solidFill>
                  <a:srgbClr val="FFFFFF"/>
                </a:solidFill>
              </a:rPr>
              <a:t>Name for Application: Bayley’s Favourite Baking Recipes</a:t>
            </a:r>
          </a:p>
          <a:p>
            <a:r>
              <a:rPr lang="en-GB" dirty="0">
                <a:solidFill>
                  <a:srgbClr val="FFFFFF"/>
                </a:solidFill>
              </a:rPr>
              <a:t>Purpose: Organize and store a personal, reliable, digital database for some of the best baking ideas at home. Be able to store, organize and easily retrieve favourite recipes. Can be edited for personal cooking notes and family recipes. </a:t>
            </a:r>
          </a:p>
          <a:p>
            <a:endParaRPr lang="en-SE" dirty="0">
              <a:solidFill>
                <a:srgbClr val="FFFFFF"/>
              </a:solidFill>
            </a:endParaRPr>
          </a:p>
        </p:txBody>
      </p:sp>
    </p:spTree>
    <p:extLst>
      <p:ext uri="{BB962C8B-B14F-4D97-AF65-F5344CB8AC3E}">
        <p14:creationId xmlns:p14="http://schemas.microsoft.com/office/powerpoint/2010/main" val="882630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EBC4A9-CC1B-D119-F06E-D0686CC02F80}"/>
              </a:ext>
            </a:extLst>
          </p:cNvPr>
          <p:cNvSpPr>
            <a:spLocks noGrp="1"/>
          </p:cNvSpPr>
          <p:nvPr>
            <p:ph type="title"/>
          </p:nvPr>
        </p:nvSpPr>
        <p:spPr>
          <a:xfrm>
            <a:off x="586478" y="1683756"/>
            <a:ext cx="3115265" cy="2396359"/>
          </a:xfrm>
        </p:spPr>
        <p:txBody>
          <a:bodyPr anchor="b">
            <a:normAutofit/>
          </a:bodyPr>
          <a:lstStyle/>
          <a:p>
            <a:pPr algn="r"/>
            <a:r>
              <a:rPr lang="en-GB" sz="4000">
                <a:solidFill>
                  <a:srgbClr val="FFFFFF"/>
                </a:solidFill>
              </a:rPr>
              <a:t>User Group and Benefits</a:t>
            </a:r>
            <a:endParaRPr lang="en-SE" sz="4000">
              <a:solidFill>
                <a:srgbClr val="FFFFFF"/>
              </a:solidFill>
            </a:endParaRPr>
          </a:p>
        </p:txBody>
      </p:sp>
      <p:graphicFrame>
        <p:nvGraphicFramePr>
          <p:cNvPr id="5" name="Content Placeholder 2">
            <a:extLst>
              <a:ext uri="{FF2B5EF4-FFF2-40B4-BE49-F238E27FC236}">
                <a16:creationId xmlns:a16="http://schemas.microsoft.com/office/drawing/2014/main" id="{D024B355-C30F-036E-7FFD-88277D9B400D}"/>
              </a:ext>
            </a:extLst>
          </p:cNvPr>
          <p:cNvGraphicFramePr>
            <a:graphicFrameLocks noGrp="1"/>
          </p:cNvGraphicFramePr>
          <p:nvPr>
            <p:ph idx="1"/>
            <p:extLst>
              <p:ext uri="{D42A27DB-BD31-4B8C-83A1-F6EECF244321}">
                <p14:modId xmlns:p14="http://schemas.microsoft.com/office/powerpoint/2010/main" val="404056511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900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D9BF48-2332-45FE-E4F4-2C0F42B9FD27}"/>
              </a:ext>
            </a:extLst>
          </p:cNvPr>
          <p:cNvSpPr>
            <a:spLocks noGrp="1"/>
          </p:cNvSpPr>
          <p:nvPr>
            <p:ph type="title"/>
          </p:nvPr>
        </p:nvSpPr>
        <p:spPr>
          <a:xfrm>
            <a:off x="586478" y="1683756"/>
            <a:ext cx="3115265" cy="2396359"/>
          </a:xfrm>
        </p:spPr>
        <p:txBody>
          <a:bodyPr anchor="b">
            <a:normAutofit/>
          </a:bodyPr>
          <a:lstStyle/>
          <a:p>
            <a:pPr algn="r"/>
            <a:r>
              <a:rPr lang="en-GB" sz="4000">
                <a:solidFill>
                  <a:srgbClr val="FFFFFF"/>
                </a:solidFill>
              </a:rPr>
              <a:t>Functional Requirements</a:t>
            </a:r>
            <a:endParaRPr lang="en-SE" sz="4000">
              <a:solidFill>
                <a:srgbClr val="FFFFFF"/>
              </a:solidFill>
            </a:endParaRPr>
          </a:p>
        </p:txBody>
      </p:sp>
      <p:graphicFrame>
        <p:nvGraphicFramePr>
          <p:cNvPr id="5" name="Content Placeholder 2">
            <a:extLst>
              <a:ext uri="{FF2B5EF4-FFF2-40B4-BE49-F238E27FC236}">
                <a16:creationId xmlns:a16="http://schemas.microsoft.com/office/drawing/2014/main" id="{06C72D25-C8FD-8334-FF59-D6DF1A3B20DB}"/>
              </a:ext>
            </a:extLst>
          </p:cNvPr>
          <p:cNvGraphicFramePr>
            <a:graphicFrameLocks noGrp="1"/>
          </p:cNvGraphicFramePr>
          <p:nvPr>
            <p:ph idx="1"/>
            <p:extLst>
              <p:ext uri="{D42A27DB-BD31-4B8C-83A1-F6EECF244321}">
                <p14:modId xmlns:p14="http://schemas.microsoft.com/office/powerpoint/2010/main" val="1645154307"/>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3545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a:extLst>
              <a:ext uri="{FF2B5EF4-FFF2-40B4-BE49-F238E27FC236}">
                <a16:creationId xmlns:a16="http://schemas.microsoft.com/office/drawing/2014/main" id="{362810D9-2C5A-477D-949C-C19189547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3B8958C7-726B-08E0-9485-6ADFA4261DF7}"/>
              </a:ext>
            </a:extLst>
          </p:cNvPr>
          <p:cNvPicPr>
            <a:picLocks noChangeAspect="1"/>
          </p:cNvPicPr>
          <p:nvPr/>
        </p:nvPicPr>
        <p:blipFill>
          <a:blip r:embed="rId2">
            <a:alphaModFix amt="55000"/>
          </a:blip>
          <a:srcRect/>
          <a:stretch>
            <a:fillRect/>
          </a:stretch>
        </p:blipFill>
        <p:spPr>
          <a:xfrm>
            <a:off x="20" y="-9107"/>
            <a:ext cx="12191980" cy="6858000"/>
          </a:xfrm>
          <a:prstGeom prst="rect">
            <a:avLst/>
          </a:prstGeom>
        </p:spPr>
      </p:pic>
      <p:sp>
        <p:nvSpPr>
          <p:cNvPr id="2" name="Title 1">
            <a:extLst>
              <a:ext uri="{FF2B5EF4-FFF2-40B4-BE49-F238E27FC236}">
                <a16:creationId xmlns:a16="http://schemas.microsoft.com/office/drawing/2014/main" id="{53C8DFB3-B63C-4E07-6505-2E908F459551}"/>
              </a:ext>
            </a:extLst>
          </p:cNvPr>
          <p:cNvSpPr>
            <a:spLocks noGrp="1"/>
          </p:cNvSpPr>
          <p:nvPr>
            <p:ph type="title"/>
          </p:nvPr>
        </p:nvSpPr>
        <p:spPr>
          <a:xfrm>
            <a:off x="686834" y="591344"/>
            <a:ext cx="3200400" cy="5585619"/>
          </a:xfrm>
        </p:spPr>
        <p:txBody>
          <a:bodyPr>
            <a:normAutofit/>
          </a:bodyPr>
          <a:lstStyle/>
          <a:p>
            <a:r>
              <a:rPr lang="en-GB" dirty="0">
                <a:solidFill>
                  <a:srgbClr val="FFFFFF"/>
                </a:solidFill>
              </a:rPr>
              <a:t>Technical Components and Decisions</a:t>
            </a:r>
            <a:endParaRPr lang="en-SE" dirty="0">
              <a:solidFill>
                <a:srgbClr val="FFFFFF"/>
              </a:solidFill>
            </a:endParaRPr>
          </a:p>
        </p:txBody>
      </p:sp>
      <p:sp>
        <p:nvSpPr>
          <p:cNvPr id="11" name="Arc 1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6F70F69-4580-172B-FC9E-310A1C928D41}"/>
              </a:ext>
            </a:extLst>
          </p:cNvPr>
          <p:cNvSpPr>
            <a:spLocks noGrp="1"/>
          </p:cNvSpPr>
          <p:nvPr>
            <p:ph idx="1"/>
          </p:nvPr>
        </p:nvSpPr>
        <p:spPr>
          <a:xfrm>
            <a:off x="4447308" y="591344"/>
            <a:ext cx="6906491" cy="5585619"/>
          </a:xfrm>
        </p:spPr>
        <p:txBody>
          <a:bodyPr anchor="ctr">
            <a:normAutofit/>
          </a:bodyPr>
          <a:lstStyle/>
          <a:p>
            <a:r>
              <a:rPr lang="en-GB" sz="1400" dirty="0">
                <a:solidFill>
                  <a:srgbClr val="FFFFFF"/>
                </a:solidFill>
              </a:rPr>
              <a:t>Architecture and Data Flow: </a:t>
            </a:r>
          </a:p>
          <a:p>
            <a:pPr lvl="1"/>
            <a:r>
              <a:rPr lang="en-GB" sz="1400" dirty="0">
                <a:solidFill>
                  <a:srgbClr val="FFFFFF"/>
                </a:solidFill>
              </a:rPr>
              <a:t>Front-end (Client): Handles the UI and collecting user input. </a:t>
            </a:r>
          </a:p>
          <a:p>
            <a:pPr lvl="2"/>
            <a:r>
              <a:rPr lang="en-GB" sz="1400" dirty="0">
                <a:solidFill>
                  <a:srgbClr val="FFFFFF"/>
                </a:solidFill>
              </a:rPr>
              <a:t>HTML, CSS, JavaScript for quick and effective responsive design that utilizes core web technologies. </a:t>
            </a:r>
          </a:p>
          <a:p>
            <a:pPr lvl="1"/>
            <a:r>
              <a:rPr lang="en-GB" sz="1400" dirty="0">
                <a:solidFill>
                  <a:srgbClr val="FFFFFF"/>
                </a:solidFill>
              </a:rPr>
              <a:t>API Request: JavaScript uses fetch() to send JSON data to back-end API. </a:t>
            </a:r>
          </a:p>
          <a:p>
            <a:pPr lvl="2"/>
            <a:r>
              <a:rPr lang="en-GB" sz="1400" dirty="0">
                <a:solidFill>
                  <a:srgbClr val="FFFFFF"/>
                </a:solidFill>
              </a:rPr>
              <a:t>Standardized and efficient communication protocol using a base URL.</a:t>
            </a:r>
          </a:p>
          <a:p>
            <a:pPr lvl="1"/>
            <a:r>
              <a:rPr lang="en-GB" sz="1400" dirty="0">
                <a:solidFill>
                  <a:srgbClr val="FFFFFF"/>
                </a:solidFill>
              </a:rPr>
              <a:t>Back-end(Server): Receives the HTTP request, processes the data and interacts with the storage layer. </a:t>
            </a:r>
          </a:p>
          <a:p>
            <a:pPr lvl="2"/>
            <a:r>
              <a:rPr lang="en-GB" sz="1400" dirty="0">
                <a:solidFill>
                  <a:srgbClr val="FFFFFF"/>
                </a:solidFill>
              </a:rPr>
              <a:t>Node.js with the express.js framework to provide a lightweight, fast and scalable runtime environment. Allows for use of plain JS across the entire stack. </a:t>
            </a:r>
          </a:p>
          <a:p>
            <a:pPr lvl="1"/>
            <a:r>
              <a:rPr lang="en-GB" sz="1400" dirty="0">
                <a:solidFill>
                  <a:srgbClr val="FFFFFF"/>
                </a:solidFill>
              </a:rPr>
              <a:t>Data Storage: The data is saved regularly. </a:t>
            </a:r>
          </a:p>
          <a:p>
            <a:pPr lvl="2"/>
            <a:r>
              <a:rPr lang="en-GB" sz="1400" dirty="0">
                <a:solidFill>
                  <a:srgbClr val="FFFFFF"/>
                </a:solidFill>
              </a:rPr>
              <a:t>SQLite or JSON: a simple embedded database or even just saving data locally using the Node’s File system module to avoid using a large setup. </a:t>
            </a:r>
          </a:p>
          <a:p>
            <a:pPr lvl="1"/>
            <a:r>
              <a:rPr lang="en-GB" sz="1400" dirty="0">
                <a:solidFill>
                  <a:srgbClr val="FFFFFF"/>
                </a:solidFill>
              </a:rPr>
              <a:t>API Response: The server send a response back to the client. </a:t>
            </a:r>
          </a:p>
          <a:p>
            <a:pPr lvl="1"/>
            <a:r>
              <a:rPr lang="en-GB" sz="1400" dirty="0">
                <a:solidFill>
                  <a:srgbClr val="FFFFFF"/>
                </a:solidFill>
              </a:rPr>
              <a:t>Client Update: JS uses the received data to dynamically update the we application. </a:t>
            </a:r>
            <a:endParaRPr lang="en-SE" sz="1400" dirty="0">
              <a:solidFill>
                <a:srgbClr val="FFFFFF"/>
              </a:solidFill>
            </a:endParaRPr>
          </a:p>
        </p:txBody>
      </p:sp>
    </p:spTree>
    <p:extLst>
      <p:ext uri="{BB962C8B-B14F-4D97-AF65-F5344CB8AC3E}">
        <p14:creationId xmlns:p14="http://schemas.microsoft.com/office/powerpoint/2010/main" val="800749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 screen&#10;&#10;AI-generated content may be incorrect.">
            <a:extLst>
              <a:ext uri="{FF2B5EF4-FFF2-40B4-BE49-F238E27FC236}">
                <a16:creationId xmlns:a16="http://schemas.microsoft.com/office/drawing/2014/main" id="{C6960442-CBB3-F7FF-62D9-8D567AC6591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2" b="17926"/>
          <a:stretch>
            <a:fillRect/>
          </a:stretch>
        </p:blipFill>
        <p:spPr>
          <a:xfrm>
            <a:off x="-6588" y="10"/>
            <a:ext cx="12198588" cy="6857990"/>
          </a:xfrm>
          <a:prstGeom prst="rect">
            <a:avLst/>
          </a:prstGeom>
        </p:spPr>
      </p:pic>
    </p:spTree>
    <p:extLst>
      <p:ext uri="{BB962C8B-B14F-4D97-AF65-F5344CB8AC3E}">
        <p14:creationId xmlns:p14="http://schemas.microsoft.com/office/powerpoint/2010/main" val="17430830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F8EB166DAC0E44CA8F566052BACF2BF" ma:contentTypeVersion="6" ma:contentTypeDescription="Create a new document." ma:contentTypeScope="" ma:versionID="6574ac365efe54a7d94d1243c8f4c676">
  <xsd:schema xmlns:xsd="http://www.w3.org/2001/XMLSchema" xmlns:xs="http://www.w3.org/2001/XMLSchema" xmlns:p="http://schemas.microsoft.com/office/2006/metadata/properties" xmlns:ns3="d6395dae-82ec-4d95-b4e6-f0502c78a13f" targetNamespace="http://schemas.microsoft.com/office/2006/metadata/properties" ma:root="true" ma:fieldsID="5b04bc7bbdfcfa2e4108472a0c2ea096" ns3:_="">
    <xsd:import namespace="d6395dae-82ec-4d95-b4e6-f0502c78a13f"/>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395dae-82ec-4d95-b4e6-f0502c78a13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d6395dae-82ec-4d95-b4e6-f0502c78a13f" xsi:nil="true"/>
  </documentManagement>
</p:properties>
</file>

<file path=customXml/itemProps1.xml><?xml version="1.0" encoding="utf-8"?>
<ds:datastoreItem xmlns:ds="http://schemas.openxmlformats.org/officeDocument/2006/customXml" ds:itemID="{5DDE99E2-F421-4543-B722-E47F68F015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6395dae-82ec-4d95-b4e6-f0502c78a1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1030356-6E5F-44B9-B4DD-B825BB612E4F}">
  <ds:schemaRefs>
    <ds:schemaRef ds:uri="http://schemas.microsoft.com/sharepoint/v3/contenttype/forms"/>
  </ds:schemaRefs>
</ds:datastoreItem>
</file>

<file path=customXml/itemProps3.xml><?xml version="1.0" encoding="utf-8"?>
<ds:datastoreItem xmlns:ds="http://schemas.openxmlformats.org/officeDocument/2006/customXml" ds:itemID="{901019D6-8679-4F7E-8A56-86D7C5F9EC58}">
  <ds:schemaRefs>
    <ds:schemaRef ds:uri="http://schemas.microsoft.com/office/infopath/2007/PartnerControls"/>
    <ds:schemaRef ds:uri="http://purl.org/dc/dcmitype/"/>
    <ds:schemaRef ds:uri="http://schemas.microsoft.com/office/2006/metadata/properties"/>
    <ds:schemaRef ds:uri="http://www.w3.org/XML/1998/namespace"/>
    <ds:schemaRef ds:uri="http://schemas.openxmlformats.org/package/2006/metadata/core-properties"/>
    <ds:schemaRef ds:uri="http://purl.org/dc/elements/1.1/"/>
    <ds:schemaRef ds:uri="http://schemas.microsoft.com/office/2006/documentManagement/types"/>
    <ds:schemaRef ds:uri="d6395dae-82ec-4d95-b4e6-f0502c78a13f"/>
    <ds:schemaRef ds:uri="http://purl.org/dc/terms/"/>
  </ds:schemaRefs>
</ds:datastoreItem>
</file>

<file path=docProps/app.xml><?xml version="1.0" encoding="utf-8"?>
<Properties xmlns="http://schemas.openxmlformats.org/officeDocument/2006/extended-properties" xmlns:vt="http://schemas.openxmlformats.org/officeDocument/2006/docPropsVTypes">
  <TotalTime>67</TotalTime>
  <Words>461</Words>
  <Application>Microsoft Office PowerPoint</Application>
  <PresentationFormat>Widescreen</PresentationFormat>
  <Paragraphs>36</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Calibri</vt:lpstr>
      <vt:lpstr>Office Theme</vt:lpstr>
      <vt:lpstr>Bayley’s Favourite Baking Recipes</vt:lpstr>
      <vt:lpstr>Application Purpose and Concept</vt:lpstr>
      <vt:lpstr>User Group and Benefits</vt:lpstr>
      <vt:lpstr>Functional Requirements</vt:lpstr>
      <vt:lpstr>Technical Components and Decisions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Bayley Kryzanowski</dc:creator>
  <cp:lastModifiedBy>Bayley Kryzanowski</cp:lastModifiedBy>
  <cp:revision>1</cp:revision>
  <dcterms:created xsi:type="dcterms:W3CDTF">2025-12-04T14:19:37Z</dcterms:created>
  <dcterms:modified xsi:type="dcterms:W3CDTF">2025-12-04T15:26:59Z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0x010100BF8EB166DAC0E44CA8F566052BACF2BF</vt:lpwstr>
  </property>
</Properties>
</file>